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7" r:id="rId1"/>
    <p:sldMasterId id="2147483696" r:id="rId2"/>
  </p:sldMasterIdLst>
  <p:notesMasterIdLst>
    <p:notesMasterId r:id="rId16"/>
  </p:notesMasterIdLst>
  <p:sldIdLst>
    <p:sldId id="265" r:id="rId3"/>
    <p:sldId id="257" r:id="rId4"/>
    <p:sldId id="267" r:id="rId5"/>
    <p:sldId id="276" r:id="rId6"/>
    <p:sldId id="268" r:id="rId7"/>
    <p:sldId id="259" r:id="rId8"/>
    <p:sldId id="277" r:id="rId9"/>
    <p:sldId id="269" r:id="rId10"/>
    <p:sldId id="261" r:id="rId11"/>
    <p:sldId id="275" r:id="rId12"/>
    <p:sldId id="260" r:id="rId13"/>
    <p:sldId id="262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5D45F2-050E-4AC9-ADDD-B3808EB123AC}" v="6" dt="2026-01-23T12:30:18.9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05" autoAdjust="0"/>
    <p:restoredTop sz="97366" autoAdjust="0"/>
  </p:normalViewPr>
  <p:slideViewPr>
    <p:cSldViewPr snapToGrid="0">
      <p:cViewPr varScale="1">
        <p:scale>
          <a:sx n="78" d="100"/>
          <a:sy n="78" d="100"/>
        </p:scale>
        <p:origin x="1546" y="72"/>
      </p:cViewPr>
      <p:guideLst/>
    </p:cSldViewPr>
  </p:slideViewPr>
  <p:outlineViewPr>
    <p:cViewPr>
      <p:scale>
        <a:sx n="33" d="100"/>
        <a:sy n="33" d="100"/>
      </p:scale>
      <p:origin x="0" y="-454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va Huljaj" userId="7c0f22cc3c48e493" providerId="LiveId" clId="{E35D45F2-050E-4AC9-ADDD-B3808EB123AC}"/>
    <pc:docChg chg="undo custSel addSld delSld modSld">
      <pc:chgData name="Eva Huljaj" userId="7c0f22cc3c48e493" providerId="LiveId" clId="{E35D45F2-050E-4AC9-ADDD-B3808EB123AC}" dt="2026-01-23T12:30:21.996" v="1747" actId="26606"/>
      <pc:docMkLst>
        <pc:docMk/>
      </pc:docMkLst>
      <pc:sldChg chg="modSp mod">
        <pc:chgData name="Eva Huljaj" userId="7c0f22cc3c48e493" providerId="LiveId" clId="{E35D45F2-050E-4AC9-ADDD-B3808EB123AC}" dt="2026-01-22T22:11:38.570" v="1719" actId="404"/>
        <pc:sldMkLst>
          <pc:docMk/>
          <pc:sldMk cId="3389772446" sldId="260"/>
        </pc:sldMkLst>
        <pc:spChg chg="mod">
          <ac:chgData name="Eva Huljaj" userId="7c0f22cc3c48e493" providerId="LiveId" clId="{E35D45F2-050E-4AC9-ADDD-B3808EB123AC}" dt="2026-01-22T22:11:38.570" v="1719" actId="404"/>
          <ac:spMkLst>
            <pc:docMk/>
            <pc:sldMk cId="3389772446" sldId="260"/>
            <ac:spMk id="3" creationId="{00000000-0000-0000-0000-000000000000}"/>
          </ac:spMkLst>
        </pc:spChg>
      </pc:sldChg>
      <pc:sldChg chg="addSp delSp modSp mod setBg setClrOvrMap">
        <pc:chgData name="Eva Huljaj" userId="7c0f22cc3c48e493" providerId="LiveId" clId="{E35D45F2-050E-4AC9-ADDD-B3808EB123AC}" dt="2026-01-23T12:30:21.996" v="1747" actId="26606"/>
        <pc:sldMkLst>
          <pc:docMk/>
          <pc:sldMk cId="3657354464" sldId="261"/>
        </pc:sldMkLst>
        <pc:spChg chg="mod">
          <ac:chgData name="Eva Huljaj" userId="7c0f22cc3c48e493" providerId="LiveId" clId="{E35D45F2-050E-4AC9-ADDD-B3808EB123AC}" dt="2026-01-22T08:40:58.150" v="775" actId="26606"/>
          <ac:spMkLst>
            <pc:docMk/>
            <pc:sldMk cId="3657354464" sldId="261"/>
            <ac:spMk id="2" creationId="{00000000-0000-0000-0000-000000000000}"/>
          </ac:spMkLst>
        </pc:spChg>
        <pc:spChg chg="mod">
          <ac:chgData name="Eva Huljaj" userId="7c0f22cc3c48e493" providerId="LiveId" clId="{E35D45F2-050E-4AC9-ADDD-B3808EB123AC}" dt="2026-01-22T08:40:58.150" v="775" actId="26606"/>
          <ac:spMkLst>
            <pc:docMk/>
            <pc:sldMk cId="3657354464" sldId="261"/>
            <ac:spMk id="3" creationId="{00000000-0000-0000-0000-000000000000}"/>
          </ac:spMkLst>
        </pc:spChg>
        <pc:spChg chg="mod ord">
          <ac:chgData name="Eva Huljaj" userId="7c0f22cc3c48e493" providerId="LiveId" clId="{E35D45F2-050E-4AC9-ADDD-B3808EB123AC}" dt="2026-01-23T12:30:21.996" v="1747" actId="26606"/>
          <ac:spMkLst>
            <pc:docMk/>
            <pc:sldMk cId="3657354464" sldId="261"/>
            <ac:spMk id="4" creationId="{00000000-0000-0000-0000-000000000000}"/>
          </ac:spMkLst>
        </pc:spChg>
        <pc:spChg chg="add del">
          <ac:chgData name="Eva Huljaj" userId="7c0f22cc3c48e493" providerId="LiveId" clId="{E35D45F2-050E-4AC9-ADDD-B3808EB123AC}" dt="2026-01-23T12:24:03.711" v="1743" actId="26606"/>
          <ac:spMkLst>
            <pc:docMk/>
            <pc:sldMk cId="3657354464" sldId="261"/>
            <ac:spMk id="11" creationId="{910015B9-6046-41B8-83BD-71778D2F9798}"/>
          </ac:spMkLst>
        </pc:spChg>
        <pc:spChg chg="add del">
          <ac:chgData name="Eva Huljaj" userId="7c0f22cc3c48e493" providerId="LiveId" clId="{E35D45F2-050E-4AC9-ADDD-B3808EB123AC}" dt="2026-01-23T12:24:03.711" v="1743" actId="26606"/>
          <ac:spMkLst>
            <pc:docMk/>
            <pc:sldMk cId="3657354464" sldId="261"/>
            <ac:spMk id="13" creationId="{53908232-52E2-4794-A6C1-54300FB98919}"/>
          </ac:spMkLst>
        </pc:spChg>
        <pc:spChg chg="add del">
          <ac:chgData name="Eva Huljaj" userId="7c0f22cc3c48e493" providerId="LiveId" clId="{E35D45F2-050E-4AC9-ADDD-B3808EB123AC}" dt="2026-01-23T12:24:03.711" v="1743" actId="26606"/>
          <ac:spMkLst>
            <pc:docMk/>
            <pc:sldMk cId="3657354464" sldId="261"/>
            <ac:spMk id="15" creationId="{D2B9299F-BED7-44C5-9CC5-E542F9193C2F}"/>
          </ac:spMkLst>
        </pc:spChg>
        <pc:spChg chg="add del">
          <ac:chgData name="Eva Huljaj" userId="7c0f22cc3c48e493" providerId="LiveId" clId="{E35D45F2-050E-4AC9-ADDD-B3808EB123AC}" dt="2026-01-23T12:24:03.711" v="1743" actId="26606"/>
          <ac:spMkLst>
            <pc:docMk/>
            <pc:sldMk cId="3657354464" sldId="261"/>
            <ac:spMk id="17" creationId="{E9DDF273-E040-4765-AD05-872458E1370A}"/>
          </ac:spMkLst>
        </pc:spChg>
        <pc:spChg chg="add del">
          <ac:chgData name="Eva Huljaj" userId="7c0f22cc3c48e493" providerId="LiveId" clId="{E35D45F2-050E-4AC9-ADDD-B3808EB123AC}" dt="2026-01-23T12:24:03.711" v="1743" actId="26606"/>
          <ac:spMkLst>
            <pc:docMk/>
            <pc:sldMk cId="3657354464" sldId="261"/>
            <ac:spMk id="19" creationId="{875485B9-8EE1-447A-9C08-F7D6B532A8CF}"/>
          </ac:spMkLst>
        </pc:spChg>
        <pc:spChg chg="add del">
          <ac:chgData name="Eva Huljaj" userId="7c0f22cc3c48e493" providerId="LiveId" clId="{E35D45F2-050E-4AC9-ADDD-B3808EB123AC}" dt="2026-01-23T12:24:03.711" v="1743" actId="26606"/>
          <ac:spMkLst>
            <pc:docMk/>
            <pc:sldMk cId="3657354464" sldId="261"/>
            <ac:spMk id="21" creationId="{B963707F-B98C-4143-AFCF-D6B56C975C5A}"/>
          </ac:spMkLst>
        </pc:spChg>
        <pc:spChg chg="add del">
          <ac:chgData name="Eva Huljaj" userId="7c0f22cc3c48e493" providerId="LiveId" clId="{E35D45F2-050E-4AC9-ADDD-B3808EB123AC}" dt="2026-01-23T12:24:03.711" v="1743" actId="26606"/>
          <ac:spMkLst>
            <pc:docMk/>
            <pc:sldMk cId="3657354464" sldId="261"/>
            <ac:spMk id="23" creationId="{88D2DFBB-460D-4ECB-BD76-509C99DAD65A}"/>
          </ac:spMkLst>
        </pc:spChg>
        <pc:spChg chg="add del">
          <ac:chgData name="Eva Huljaj" userId="7c0f22cc3c48e493" providerId="LiveId" clId="{E35D45F2-050E-4AC9-ADDD-B3808EB123AC}" dt="2026-01-23T12:30:21.996" v="1747" actId="26606"/>
          <ac:spMkLst>
            <pc:docMk/>
            <pc:sldMk cId="3657354464" sldId="261"/>
            <ac:spMk id="28" creationId="{910015B9-6046-41B8-83BD-71778D2F9798}"/>
          </ac:spMkLst>
        </pc:spChg>
        <pc:spChg chg="add del">
          <ac:chgData name="Eva Huljaj" userId="7c0f22cc3c48e493" providerId="LiveId" clId="{E35D45F2-050E-4AC9-ADDD-B3808EB123AC}" dt="2026-01-23T12:30:21.996" v="1747" actId="26606"/>
          <ac:spMkLst>
            <pc:docMk/>
            <pc:sldMk cId="3657354464" sldId="261"/>
            <ac:spMk id="30" creationId="{53908232-52E2-4794-A6C1-54300FB98919}"/>
          </ac:spMkLst>
        </pc:spChg>
        <pc:spChg chg="add del">
          <ac:chgData name="Eva Huljaj" userId="7c0f22cc3c48e493" providerId="LiveId" clId="{E35D45F2-050E-4AC9-ADDD-B3808EB123AC}" dt="2026-01-23T12:30:21.996" v="1747" actId="26606"/>
          <ac:spMkLst>
            <pc:docMk/>
            <pc:sldMk cId="3657354464" sldId="261"/>
            <ac:spMk id="32" creationId="{D2B9299F-BED7-44C5-9CC5-E542F9193C2F}"/>
          </ac:spMkLst>
        </pc:spChg>
        <pc:spChg chg="add del">
          <ac:chgData name="Eva Huljaj" userId="7c0f22cc3c48e493" providerId="LiveId" clId="{E35D45F2-050E-4AC9-ADDD-B3808EB123AC}" dt="2026-01-23T12:30:21.996" v="1747" actId="26606"/>
          <ac:spMkLst>
            <pc:docMk/>
            <pc:sldMk cId="3657354464" sldId="261"/>
            <ac:spMk id="34" creationId="{E9DDF273-E040-4765-AD05-872458E1370A}"/>
          </ac:spMkLst>
        </pc:spChg>
        <pc:spChg chg="add del">
          <ac:chgData name="Eva Huljaj" userId="7c0f22cc3c48e493" providerId="LiveId" clId="{E35D45F2-050E-4AC9-ADDD-B3808EB123AC}" dt="2026-01-23T12:30:21.996" v="1747" actId="26606"/>
          <ac:spMkLst>
            <pc:docMk/>
            <pc:sldMk cId="3657354464" sldId="261"/>
            <ac:spMk id="36" creationId="{875485B9-8EE1-447A-9C08-F7D6B532A8CF}"/>
          </ac:spMkLst>
        </pc:spChg>
        <pc:spChg chg="add del">
          <ac:chgData name="Eva Huljaj" userId="7c0f22cc3c48e493" providerId="LiveId" clId="{E35D45F2-050E-4AC9-ADDD-B3808EB123AC}" dt="2026-01-23T12:30:21.996" v="1747" actId="26606"/>
          <ac:spMkLst>
            <pc:docMk/>
            <pc:sldMk cId="3657354464" sldId="261"/>
            <ac:spMk id="38" creationId="{B963707F-B98C-4143-AFCF-D6B56C975C5A}"/>
          </ac:spMkLst>
        </pc:spChg>
        <pc:spChg chg="add del">
          <ac:chgData name="Eva Huljaj" userId="7c0f22cc3c48e493" providerId="LiveId" clId="{E35D45F2-050E-4AC9-ADDD-B3808EB123AC}" dt="2026-01-23T12:30:21.996" v="1747" actId="26606"/>
          <ac:spMkLst>
            <pc:docMk/>
            <pc:sldMk cId="3657354464" sldId="261"/>
            <ac:spMk id="40" creationId="{88D2DFBB-460D-4ECB-BD76-509C99DAD65A}"/>
          </ac:spMkLst>
        </pc:spChg>
        <pc:spChg chg="add">
          <ac:chgData name="Eva Huljaj" userId="7c0f22cc3c48e493" providerId="LiveId" clId="{E35D45F2-050E-4AC9-ADDD-B3808EB123AC}" dt="2026-01-23T12:30:21.996" v="1747" actId="26606"/>
          <ac:spMkLst>
            <pc:docMk/>
            <pc:sldMk cId="3657354464" sldId="261"/>
            <ac:spMk id="45" creationId="{910015B9-6046-41B8-83BD-71778D2F9798}"/>
          </ac:spMkLst>
        </pc:spChg>
        <pc:spChg chg="add">
          <ac:chgData name="Eva Huljaj" userId="7c0f22cc3c48e493" providerId="LiveId" clId="{E35D45F2-050E-4AC9-ADDD-B3808EB123AC}" dt="2026-01-23T12:30:21.996" v="1747" actId="26606"/>
          <ac:spMkLst>
            <pc:docMk/>
            <pc:sldMk cId="3657354464" sldId="261"/>
            <ac:spMk id="47" creationId="{53908232-52E2-4794-A6C1-54300FB98919}"/>
          </ac:spMkLst>
        </pc:spChg>
        <pc:spChg chg="add">
          <ac:chgData name="Eva Huljaj" userId="7c0f22cc3c48e493" providerId="LiveId" clId="{E35D45F2-050E-4AC9-ADDD-B3808EB123AC}" dt="2026-01-23T12:30:21.996" v="1747" actId="26606"/>
          <ac:spMkLst>
            <pc:docMk/>
            <pc:sldMk cId="3657354464" sldId="261"/>
            <ac:spMk id="49" creationId="{D2B9299F-BED7-44C5-9CC5-E542F9193C2F}"/>
          </ac:spMkLst>
        </pc:spChg>
        <pc:spChg chg="add">
          <ac:chgData name="Eva Huljaj" userId="7c0f22cc3c48e493" providerId="LiveId" clId="{E35D45F2-050E-4AC9-ADDD-B3808EB123AC}" dt="2026-01-23T12:30:21.996" v="1747" actId="26606"/>
          <ac:spMkLst>
            <pc:docMk/>
            <pc:sldMk cId="3657354464" sldId="261"/>
            <ac:spMk id="51" creationId="{E9DDF273-E040-4765-AD05-872458E1370A}"/>
          </ac:spMkLst>
        </pc:spChg>
        <pc:spChg chg="add">
          <ac:chgData name="Eva Huljaj" userId="7c0f22cc3c48e493" providerId="LiveId" clId="{E35D45F2-050E-4AC9-ADDD-B3808EB123AC}" dt="2026-01-23T12:30:21.996" v="1747" actId="26606"/>
          <ac:spMkLst>
            <pc:docMk/>
            <pc:sldMk cId="3657354464" sldId="261"/>
            <ac:spMk id="53" creationId="{875485B9-8EE1-447A-9C08-F7D6B532A8CF}"/>
          </ac:spMkLst>
        </pc:spChg>
        <pc:spChg chg="add">
          <ac:chgData name="Eva Huljaj" userId="7c0f22cc3c48e493" providerId="LiveId" clId="{E35D45F2-050E-4AC9-ADDD-B3808EB123AC}" dt="2026-01-23T12:30:21.996" v="1747" actId="26606"/>
          <ac:spMkLst>
            <pc:docMk/>
            <pc:sldMk cId="3657354464" sldId="261"/>
            <ac:spMk id="55" creationId="{B963707F-B98C-4143-AFCF-D6B56C975C5A}"/>
          </ac:spMkLst>
        </pc:spChg>
        <pc:spChg chg="add">
          <ac:chgData name="Eva Huljaj" userId="7c0f22cc3c48e493" providerId="LiveId" clId="{E35D45F2-050E-4AC9-ADDD-B3808EB123AC}" dt="2026-01-23T12:30:21.996" v="1747" actId="26606"/>
          <ac:spMkLst>
            <pc:docMk/>
            <pc:sldMk cId="3657354464" sldId="261"/>
            <ac:spMk id="57" creationId="{88D2DFBB-460D-4ECB-BD76-509C99DAD65A}"/>
          </ac:spMkLst>
        </pc:spChg>
        <pc:picChg chg="add del mod">
          <ac:chgData name="Eva Huljaj" userId="7c0f22cc3c48e493" providerId="LiveId" clId="{E35D45F2-050E-4AC9-ADDD-B3808EB123AC}" dt="2026-01-23T12:23:56.865" v="1741" actId="478"/>
          <ac:picMkLst>
            <pc:docMk/>
            <pc:sldMk cId="3657354464" sldId="261"/>
            <ac:picMk id="5" creationId="{049CA57A-20E7-E315-ADDA-293DA317164A}"/>
          </ac:picMkLst>
        </pc:picChg>
        <pc:picChg chg="add del mod">
          <ac:chgData name="Eva Huljaj" userId="7c0f22cc3c48e493" providerId="LiveId" clId="{E35D45F2-050E-4AC9-ADDD-B3808EB123AC}" dt="2026-01-23T12:30:17.342" v="1744" actId="21"/>
          <ac:picMkLst>
            <pc:docMk/>
            <pc:sldMk cId="3657354464" sldId="261"/>
            <ac:picMk id="6" creationId="{5734B178-962C-A45A-100D-B6ABA305A0C3}"/>
          </ac:picMkLst>
        </pc:picChg>
        <pc:picChg chg="add mod ord">
          <ac:chgData name="Eva Huljaj" userId="7c0f22cc3c48e493" providerId="LiveId" clId="{E35D45F2-050E-4AC9-ADDD-B3808EB123AC}" dt="2026-01-23T12:24:03.711" v="1743" actId="26606"/>
          <ac:picMkLst>
            <pc:docMk/>
            <pc:sldMk cId="3657354464" sldId="261"/>
            <ac:picMk id="7" creationId="{1142FBBF-0D1E-C67E-1C5C-FA3ACC6B40B1}"/>
          </ac:picMkLst>
        </pc:picChg>
        <pc:picChg chg="add mod">
          <ac:chgData name="Eva Huljaj" userId="7c0f22cc3c48e493" providerId="LiveId" clId="{E35D45F2-050E-4AC9-ADDD-B3808EB123AC}" dt="2026-01-23T12:30:21.996" v="1747" actId="26606"/>
          <ac:picMkLst>
            <pc:docMk/>
            <pc:sldMk cId="3657354464" sldId="261"/>
            <ac:picMk id="8" creationId="{70065E46-850D-2379-3980-628828F326AF}"/>
          </ac:picMkLst>
        </pc:picChg>
      </pc:sldChg>
      <pc:sldChg chg="addSp modSp mod setBg setClrOvrMap">
        <pc:chgData name="Eva Huljaj" userId="7c0f22cc3c48e493" providerId="LiveId" clId="{E35D45F2-050E-4AC9-ADDD-B3808EB123AC}" dt="2026-01-22T22:12:37.047" v="1735" actId="14100"/>
        <pc:sldMkLst>
          <pc:docMk/>
          <pc:sldMk cId="4285223946" sldId="262"/>
        </pc:sldMkLst>
        <pc:spChg chg="mod">
          <ac:chgData name="Eva Huljaj" userId="7c0f22cc3c48e493" providerId="LiveId" clId="{E35D45F2-050E-4AC9-ADDD-B3808EB123AC}" dt="2026-01-20T21:25:41.784" v="149" actId="1076"/>
          <ac:spMkLst>
            <pc:docMk/>
            <pc:sldMk cId="4285223946" sldId="262"/>
            <ac:spMk id="2" creationId="{00000000-0000-0000-0000-000000000000}"/>
          </ac:spMkLst>
        </pc:spChg>
        <pc:spChg chg="mod">
          <ac:chgData name="Eva Huljaj" userId="7c0f22cc3c48e493" providerId="LiveId" clId="{E35D45F2-050E-4AC9-ADDD-B3808EB123AC}" dt="2026-01-22T22:12:37.047" v="1735" actId="14100"/>
          <ac:spMkLst>
            <pc:docMk/>
            <pc:sldMk cId="4285223946" sldId="262"/>
            <ac:spMk id="3" creationId="{00000000-0000-0000-0000-000000000000}"/>
          </ac:spMkLst>
        </pc:spChg>
        <pc:spChg chg="mod">
          <ac:chgData name="Eva Huljaj" userId="7c0f22cc3c48e493" providerId="LiveId" clId="{E35D45F2-050E-4AC9-ADDD-B3808EB123AC}" dt="2026-01-20T21:25:16.503" v="143" actId="26606"/>
          <ac:spMkLst>
            <pc:docMk/>
            <pc:sldMk cId="4285223946" sldId="262"/>
            <ac:spMk id="4" creationId="{00000000-0000-0000-0000-000000000000}"/>
          </ac:spMkLst>
        </pc:spChg>
        <pc:spChg chg="add">
          <ac:chgData name="Eva Huljaj" userId="7c0f22cc3c48e493" providerId="LiveId" clId="{E35D45F2-050E-4AC9-ADDD-B3808EB123AC}" dt="2026-01-20T21:25:16.503" v="143" actId="26606"/>
          <ac:spMkLst>
            <pc:docMk/>
            <pc:sldMk cId="4285223946" sldId="262"/>
            <ac:spMk id="10" creationId="{00401440-1DC9-4C9E-A3BA-4DECEEB46503}"/>
          </ac:spMkLst>
        </pc:spChg>
        <pc:spChg chg="add">
          <ac:chgData name="Eva Huljaj" userId="7c0f22cc3c48e493" providerId="LiveId" clId="{E35D45F2-050E-4AC9-ADDD-B3808EB123AC}" dt="2026-01-20T21:25:16.503" v="143" actId="26606"/>
          <ac:spMkLst>
            <pc:docMk/>
            <pc:sldMk cId="4285223946" sldId="262"/>
            <ac:spMk id="12" creationId="{36B822CC-7DA9-4417-AA94-64CEB676F0B8}"/>
          </ac:spMkLst>
        </pc:spChg>
        <pc:spChg chg="add">
          <ac:chgData name="Eva Huljaj" userId="7c0f22cc3c48e493" providerId="LiveId" clId="{E35D45F2-050E-4AC9-ADDD-B3808EB123AC}" dt="2026-01-20T21:25:16.503" v="143" actId="26606"/>
          <ac:spMkLst>
            <pc:docMk/>
            <pc:sldMk cId="4285223946" sldId="262"/>
            <ac:spMk id="14" creationId="{AFA01E88-71CC-4FF3-9E81-51E0C32B45E4}"/>
          </ac:spMkLst>
        </pc:spChg>
        <pc:picChg chg="add mod ord">
          <ac:chgData name="Eva Huljaj" userId="7c0f22cc3c48e493" providerId="LiveId" clId="{E35D45F2-050E-4AC9-ADDD-B3808EB123AC}" dt="2026-01-20T21:25:16.503" v="143" actId="26606"/>
          <ac:picMkLst>
            <pc:docMk/>
            <pc:sldMk cId="4285223946" sldId="262"/>
            <ac:picMk id="5" creationId="{6E588225-B0E8-0218-0846-744CD3D36514}"/>
          </ac:picMkLst>
        </pc:picChg>
      </pc:sldChg>
      <pc:sldChg chg="addSp modSp mod setBg setClrOvrMap">
        <pc:chgData name="Eva Huljaj" userId="7c0f22cc3c48e493" providerId="LiveId" clId="{E35D45F2-050E-4AC9-ADDD-B3808EB123AC}" dt="2026-01-22T22:07:14.513" v="1486" actId="1076"/>
        <pc:sldMkLst>
          <pc:docMk/>
          <pc:sldMk cId="48259320" sldId="263"/>
        </pc:sldMkLst>
        <pc:spChg chg="mod">
          <ac:chgData name="Eva Huljaj" userId="7c0f22cc3c48e493" providerId="LiveId" clId="{E35D45F2-050E-4AC9-ADDD-B3808EB123AC}" dt="2026-01-20T21:49:32.862" v="381" actId="26606"/>
          <ac:spMkLst>
            <pc:docMk/>
            <pc:sldMk cId="48259320" sldId="263"/>
            <ac:spMk id="2" creationId="{00000000-0000-0000-0000-000000000000}"/>
          </ac:spMkLst>
        </pc:spChg>
        <pc:spChg chg="mod">
          <ac:chgData name="Eva Huljaj" userId="7c0f22cc3c48e493" providerId="LiveId" clId="{E35D45F2-050E-4AC9-ADDD-B3808EB123AC}" dt="2026-01-22T22:07:14.513" v="1486" actId="1076"/>
          <ac:spMkLst>
            <pc:docMk/>
            <pc:sldMk cId="48259320" sldId="263"/>
            <ac:spMk id="3" creationId="{00000000-0000-0000-0000-000000000000}"/>
          </ac:spMkLst>
        </pc:spChg>
        <pc:spChg chg="mod">
          <ac:chgData name="Eva Huljaj" userId="7c0f22cc3c48e493" providerId="LiveId" clId="{E35D45F2-050E-4AC9-ADDD-B3808EB123AC}" dt="2026-01-20T21:49:32.862" v="381" actId="26606"/>
          <ac:spMkLst>
            <pc:docMk/>
            <pc:sldMk cId="48259320" sldId="263"/>
            <ac:spMk id="4" creationId="{00000000-0000-0000-0000-000000000000}"/>
          </ac:spMkLst>
        </pc:spChg>
        <pc:spChg chg="add">
          <ac:chgData name="Eva Huljaj" userId="7c0f22cc3c48e493" providerId="LiveId" clId="{E35D45F2-050E-4AC9-ADDD-B3808EB123AC}" dt="2026-01-20T21:49:32.862" v="381" actId="26606"/>
          <ac:spMkLst>
            <pc:docMk/>
            <pc:sldMk cId="48259320" sldId="263"/>
            <ac:spMk id="9" creationId="{9B6B47BF-F3D0-4678-9B20-DA45E1BCAD6C}"/>
          </ac:spMkLst>
        </pc:spChg>
        <pc:spChg chg="add">
          <ac:chgData name="Eva Huljaj" userId="7c0f22cc3c48e493" providerId="LiveId" clId="{E35D45F2-050E-4AC9-ADDD-B3808EB123AC}" dt="2026-01-20T21:49:32.862" v="381" actId="26606"/>
          <ac:spMkLst>
            <pc:docMk/>
            <pc:sldMk cId="48259320" sldId="263"/>
            <ac:spMk id="11" creationId="{19334917-3673-4EF2-BA7C-CC83AEEEAE37}"/>
          </ac:spMkLst>
        </pc:spChg>
        <pc:spChg chg="add">
          <ac:chgData name="Eva Huljaj" userId="7c0f22cc3c48e493" providerId="LiveId" clId="{E35D45F2-050E-4AC9-ADDD-B3808EB123AC}" dt="2026-01-20T21:49:32.862" v="381" actId="26606"/>
          <ac:spMkLst>
            <pc:docMk/>
            <pc:sldMk cId="48259320" sldId="263"/>
            <ac:spMk id="13" creationId="{E1589AE1-C0FC-4B66-9C0D-9EB92F40F440}"/>
          </ac:spMkLst>
        </pc:spChg>
      </pc:sldChg>
      <pc:sldChg chg="del">
        <pc:chgData name="Eva Huljaj" userId="7c0f22cc3c48e493" providerId="LiveId" clId="{E35D45F2-050E-4AC9-ADDD-B3808EB123AC}" dt="2026-01-20T21:18:09.019" v="60" actId="2696"/>
        <pc:sldMkLst>
          <pc:docMk/>
          <pc:sldMk cId="3641737146" sldId="264"/>
        </pc:sldMkLst>
      </pc:sldChg>
      <pc:sldChg chg="modSp mod">
        <pc:chgData name="Eva Huljaj" userId="7c0f22cc3c48e493" providerId="LiveId" clId="{E35D45F2-050E-4AC9-ADDD-B3808EB123AC}" dt="2026-01-20T22:56:42.860" v="610" actId="1076"/>
        <pc:sldMkLst>
          <pc:docMk/>
          <pc:sldMk cId="3657843566" sldId="265"/>
        </pc:sldMkLst>
        <pc:picChg chg="mod">
          <ac:chgData name="Eva Huljaj" userId="7c0f22cc3c48e493" providerId="LiveId" clId="{E35D45F2-050E-4AC9-ADDD-B3808EB123AC}" dt="2026-01-20T22:56:42.860" v="610" actId="1076"/>
          <ac:picMkLst>
            <pc:docMk/>
            <pc:sldMk cId="3657843566" sldId="265"/>
            <ac:picMk id="5" creationId="{F3B6CBC6-44E6-87B6-93C5-F7447BD474A5}"/>
          </ac:picMkLst>
        </pc:picChg>
        <pc:picChg chg="mod">
          <ac:chgData name="Eva Huljaj" userId="7c0f22cc3c48e493" providerId="LiveId" clId="{E35D45F2-050E-4AC9-ADDD-B3808EB123AC}" dt="2026-01-20T22:56:36.915" v="609" actId="1076"/>
          <ac:picMkLst>
            <pc:docMk/>
            <pc:sldMk cId="3657843566" sldId="265"/>
            <ac:picMk id="6" creationId="{F0645DC9-303E-6092-267A-C9710261156F}"/>
          </ac:picMkLst>
        </pc:picChg>
      </pc:sldChg>
      <pc:sldChg chg="modSp mod">
        <pc:chgData name="Eva Huljaj" userId="7c0f22cc3c48e493" providerId="LiveId" clId="{E35D45F2-050E-4AC9-ADDD-B3808EB123AC}" dt="2026-01-22T22:05:54.494" v="1421" actId="1076"/>
        <pc:sldMkLst>
          <pc:docMk/>
          <pc:sldMk cId="4035151082" sldId="267"/>
        </pc:sldMkLst>
        <pc:spChg chg="mod">
          <ac:chgData name="Eva Huljaj" userId="7c0f22cc3c48e493" providerId="LiveId" clId="{E35D45F2-050E-4AC9-ADDD-B3808EB123AC}" dt="2026-01-22T22:05:54.494" v="1421" actId="1076"/>
          <ac:spMkLst>
            <pc:docMk/>
            <pc:sldMk cId="4035151082" sldId="267"/>
            <ac:spMk id="3" creationId="{AA385B14-6D23-2394-890E-2F2CE0684421}"/>
          </ac:spMkLst>
        </pc:spChg>
      </pc:sldChg>
      <pc:sldChg chg="addSp delSp modSp mod">
        <pc:chgData name="Eva Huljaj" userId="7c0f22cc3c48e493" providerId="LiveId" clId="{E35D45F2-050E-4AC9-ADDD-B3808EB123AC}" dt="2026-01-22T22:24:07.443" v="1740" actId="1076"/>
        <pc:sldMkLst>
          <pc:docMk/>
          <pc:sldMk cId="4261244465" sldId="269"/>
        </pc:sldMkLst>
        <pc:spChg chg="add del mod">
          <ac:chgData name="Eva Huljaj" userId="7c0f22cc3c48e493" providerId="LiveId" clId="{E35D45F2-050E-4AC9-ADDD-B3808EB123AC}" dt="2026-01-22T22:23:56.748" v="1738"/>
          <ac:spMkLst>
            <pc:docMk/>
            <pc:sldMk cId="4261244465" sldId="269"/>
            <ac:spMk id="5" creationId="{8E466507-7526-A676-19BB-341E48FAC5D6}"/>
          </ac:spMkLst>
        </pc:spChg>
        <pc:picChg chg="del">
          <ac:chgData name="Eva Huljaj" userId="7c0f22cc3c48e493" providerId="LiveId" clId="{E35D45F2-050E-4AC9-ADDD-B3808EB123AC}" dt="2026-01-22T22:23:53.368" v="1737" actId="21"/>
          <ac:picMkLst>
            <pc:docMk/>
            <pc:sldMk cId="4261244465" sldId="269"/>
            <ac:picMk id="6" creationId="{6B49F281-7280-2A7E-D3B7-B57BEDB8ADBB}"/>
          </ac:picMkLst>
        </pc:picChg>
        <pc:picChg chg="add mod">
          <ac:chgData name="Eva Huljaj" userId="7c0f22cc3c48e493" providerId="LiveId" clId="{E35D45F2-050E-4AC9-ADDD-B3808EB123AC}" dt="2026-01-22T22:24:07.443" v="1740" actId="1076"/>
          <ac:picMkLst>
            <pc:docMk/>
            <pc:sldMk cId="4261244465" sldId="269"/>
            <ac:picMk id="7" creationId="{E1003A37-54D3-5612-0022-CB416B0BB557}"/>
          </ac:picMkLst>
        </pc:picChg>
      </pc:sldChg>
      <pc:sldChg chg="addSp modSp del mod setBg setClrOvrMap">
        <pc:chgData name="Eva Huljaj" userId="7c0f22cc3c48e493" providerId="LiveId" clId="{E35D45F2-050E-4AC9-ADDD-B3808EB123AC}" dt="2026-01-22T22:12:42.644" v="1736" actId="2696"/>
        <pc:sldMkLst>
          <pc:docMk/>
          <pc:sldMk cId="3208602946" sldId="274"/>
        </pc:sldMkLst>
        <pc:spChg chg="mod">
          <ac:chgData name="Eva Huljaj" userId="7c0f22cc3c48e493" providerId="LiveId" clId="{E35D45F2-050E-4AC9-ADDD-B3808EB123AC}" dt="2026-01-20T21:49:05.475" v="380" actId="27636"/>
          <ac:spMkLst>
            <pc:docMk/>
            <pc:sldMk cId="3208602946" sldId="274"/>
            <ac:spMk id="2" creationId="{B2C9CBA8-11D5-D65F-3F83-F59F385AC4BA}"/>
          </ac:spMkLst>
        </pc:spChg>
        <pc:spChg chg="mod">
          <ac:chgData name="Eva Huljaj" userId="7c0f22cc3c48e493" providerId="LiveId" clId="{E35D45F2-050E-4AC9-ADDD-B3808EB123AC}" dt="2026-01-20T21:48:54.526" v="378" actId="26606"/>
          <ac:spMkLst>
            <pc:docMk/>
            <pc:sldMk cId="3208602946" sldId="274"/>
            <ac:spMk id="3" creationId="{095ADC07-223F-0954-0AAD-901A9AD8339F}"/>
          </ac:spMkLst>
        </pc:spChg>
        <pc:spChg chg="mod">
          <ac:chgData name="Eva Huljaj" userId="7c0f22cc3c48e493" providerId="LiveId" clId="{E35D45F2-050E-4AC9-ADDD-B3808EB123AC}" dt="2026-01-20T21:48:54.526" v="378" actId="26606"/>
          <ac:spMkLst>
            <pc:docMk/>
            <pc:sldMk cId="3208602946" sldId="274"/>
            <ac:spMk id="4" creationId="{AE76D2D5-F8F8-3548-34C0-61BDD7AAEA8C}"/>
          </ac:spMkLst>
        </pc:spChg>
        <pc:spChg chg="add">
          <ac:chgData name="Eva Huljaj" userId="7c0f22cc3c48e493" providerId="LiveId" clId="{E35D45F2-050E-4AC9-ADDD-B3808EB123AC}" dt="2026-01-20T21:48:54.526" v="378" actId="26606"/>
          <ac:spMkLst>
            <pc:docMk/>
            <pc:sldMk cId="3208602946" sldId="274"/>
            <ac:spMk id="9" creationId="{A3B89715-0C08-460F-B428-54CD79978851}"/>
          </ac:spMkLst>
        </pc:spChg>
        <pc:spChg chg="add">
          <ac:chgData name="Eva Huljaj" userId="7c0f22cc3c48e493" providerId="LiveId" clId="{E35D45F2-050E-4AC9-ADDD-B3808EB123AC}" dt="2026-01-20T21:48:54.526" v="378" actId="26606"/>
          <ac:spMkLst>
            <pc:docMk/>
            <pc:sldMk cId="3208602946" sldId="274"/>
            <ac:spMk id="11" creationId="{8A434A18-CAD8-4C01-93B9-1FDCC12CC814}"/>
          </ac:spMkLst>
        </pc:spChg>
        <pc:spChg chg="add">
          <ac:chgData name="Eva Huljaj" userId="7c0f22cc3c48e493" providerId="LiveId" clId="{E35D45F2-050E-4AC9-ADDD-B3808EB123AC}" dt="2026-01-20T21:48:54.526" v="378" actId="26606"/>
          <ac:spMkLst>
            <pc:docMk/>
            <pc:sldMk cId="3208602946" sldId="274"/>
            <ac:spMk id="13" creationId="{C100436C-9F48-41B9-A514-820CACA07426}"/>
          </ac:spMkLst>
        </pc:spChg>
        <pc:spChg chg="add">
          <ac:chgData name="Eva Huljaj" userId="7c0f22cc3c48e493" providerId="LiveId" clId="{E35D45F2-050E-4AC9-ADDD-B3808EB123AC}" dt="2026-01-20T21:48:54.526" v="378" actId="26606"/>
          <ac:spMkLst>
            <pc:docMk/>
            <pc:sldMk cId="3208602946" sldId="274"/>
            <ac:spMk id="15" creationId="{8B10964E-DDA5-46BF-8376-4486F05B7867}"/>
          </ac:spMkLst>
        </pc:spChg>
        <pc:spChg chg="add">
          <ac:chgData name="Eva Huljaj" userId="7c0f22cc3c48e493" providerId="LiveId" clId="{E35D45F2-050E-4AC9-ADDD-B3808EB123AC}" dt="2026-01-20T21:48:54.526" v="378" actId="26606"/>
          <ac:spMkLst>
            <pc:docMk/>
            <pc:sldMk cId="3208602946" sldId="274"/>
            <ac:spMk id="17" creationId="{7937B2BA-7A3F-4338-9F35-A23EE736762E}"/>
          </ac:spMkLst>
        </pc:spChg>
      </pc:sldChg>
      <pc:sldChg chg="addSp modSp mod setBg setClrOvrMap">
        <pc:chgData name="Eva Huljaj" userId="7c0f22cc3c48e493" providerId="LiveId" clId="{E35D45F2-050E-4AC9-ADDD-B3808EB123AC}" dt="2026-01-22T22:10:54.448" v="1713" actId="12"/>
        <pc:sldMkLst>
          <pc:docMk/>
          <pc:sldMk cId="3321737263" sldId="275"/>
        </pc:sldMkLst>
        <pc:spChg chg="mod">
          <ac:chgData name="Eva Huljaj" userId="7c0f22cc3c48e493" providerId="LiveId" clId="{E35D45F2-050E-4AC9-ADDD-B3808EB123AC}" dt="2026-01-22T22:10:31.360" v="1706" actId="26606"/>
          <ac:spMkLst>
            <pc:docMk/>
            <pc:sldMk cId="3321737263" sldId="275"/>
            <ac:spMk id="2" creationId="{89443278-3D25-FEF7-4D6D-B4CA3FBE5F41}"/>
          </ac:spMkLst>
        </pc:spChg>
        <pc:spChg chg="mod">
          <ac:chgData name="Eva Huljaj" userId="7c0f22cc3c48e493" providerId="LiveId" clId="{E35D45F2-050E-4AC9-ADDD-B3808EB123AC}" dt="2026-01-22T22:10:54.448" v="1713" actId="12"/>
          <ac:spMkLst>
            <pc:docMk/>
            <pc:sldMk cId="3321737263" sldId="275"/>
            <ac:spMk id="3" creationId="{93003D6B-82AC-E000-ED08-E246EC190B58}"/>
          </ac:spMkLst>
        </pc:spChg>
        <pc:spChg chg="mod">
          <ac:chgData name="Eva Huljaj" userId="7c0f22cc3c48e493" providerId="LiveId" clId="{E35D45F2-050E-4AC9-ADDD-B3808EB123AC}" dt="2026-01-22T22:10:31.360" v="1706" actId="26606"/>
          <ac:spMkLst>
            <pc:docMk/>
            <pc:sldMk cId="3321737263" sldId="275"/>
            <ac:spMk id="4" creationId="{E502A5A4-7F29-94F6-4C85-99B20512A5BF}"/>
          </ac:spMkLst>
        </pc:spChg>
        <pc:spChg chg="add">
          <ac:chgData name="Eva Huljaj" userId="7c0f22cc3c48e493" providerId="LiveId" clId="{E35D45F2-050E-4AC9-ADDD-B3808EB123AC}" dt="2026-01-22T22:10:31.360" v="1706" actId="26606"/>
          <ac:spMkLst>
            <pc:docMk/>
            <pc:sldMk cId="3321737263" sldId="275"/>
            <ac:spMk id="9" creationId="{9B6B47BF-F3D0-4678-9B20-DA45E1BCAD6C}"/>
          </ac:spMkLst>
        </pc:spChg>
        <pc:spChg chg="add">
          <ac:chgData name="Eva Huljaj" userId="7c0f22cc3c48e493" providerId="LiveId" clId="{E35D45F2-050E-4AC9-ADDD-B3808EB123AC}" dt="2026-01-22T22:10:31.360" v="1706" actId="26606"/>
          <ac:spMkLst>
            <pc:docMk/>
            <pc:sldMk cId="3321737263" sldId="275"/>
            <ac:spMk id="11" creationId="{19334917-3673-4EF2-BA7C-CC83AEEEAE37}"/>
          </ac:spMkLst>
        </pc:spChg>
        <pc:spChg chg="add">
          <ac:chgData name="Eva Huljaj" userId="7c0f22cc3c48e493" providerId="LiveId" clId="{E35D45F2-050E-4AC9-ADDD-B3808EB123AC}" dt="2026-01-22T22:10:31.360" v="1706" actId="26606"/>
          <ac:spMkLst>
            <pc:docMk/>
            <pc:sldMk cId="3321737263" sldId="275"/>
            <ac:spMk id="13" creationId="{E1589AE1-C0FC-4B66-9C0D-9EB92F40F440}"/>
          </ac:spMkLst>
        </pc:spChg>
      </pc:sldChg>
      <pc:sldChg chg="modSp mod">
        <pc:chgData name="Eva Huljaj" userId="7c0f22cc3c48e493" providerId="LiveId" clId="{E35D45F2-050E-4AC9-ADDD-B3808EB123AC}" dt="2026-01-22T22:11:12.071" v="1714" actId="12"/>
        <pc:sldMkLst>
          <pc:docMk/>
          <pc:sldMk cId="622815558" sldId="277"/>
        </pc:sldMkLst>
        <pc:spChg chg="mod">
          <ac:chgData name="Eva Huljaj" userId="7c0f22cc3c48e493" providerId="LiveId" clId="{E35D45F2-050E-4AC9-ADDD-B3808EB123AC}" dt="2026-01-22T22:11:12.071" v="1714" actId="12"/>
          <ac:spMkLst>
            <pc:docMk/>
            <pc:sldMk cId="622815558" sldId="277"/>
            <ac:spMk id="3" creationId="{D09BA9B8-2F47-0FBF-D15B-C2514DE42C78}"/>
          </ac:spMkLst>
        </pc:spChg>
      </pc:sldChg>
      <pc:sldChg chg="modSp new del mod">
        <pc:chgData name="Eva Huljaj" userId="7c0f22cc3c48e493" providerId="LiveId" clId="{E35D45F2-050E-4AC9-ADDD-B3808EB123AC}" dt="2026-01-20T21:46:59.917" v="358" actId="2696"/>
        <pc:sldMkLst>
          <pc:docMk/>
          <pc:sldMk cId="3000657717" sldId="278"/>
        </pc:sldMkLst>
        <pc:spChg chg="mod">
          <ac:chgData name="Eva Huljaj" userId="7c0f22cc3c48e493" providerId="LiveId" clId="{E35D45F2-050E-4AC9-ADDD-B3808EB123AC}" dt="2026-01-20T21:15:30.814" v="31" actId="20577"/>
          <ac:spMkLst>
            <pc:docMk/>
            <pc:sldMk cId="3000657717" sldId="278"/>
            <ac:spMk id="2" creationId="{EE108076-CA56-0E7C-E0D5-ACE00965400B}"/>
          </ac:spMkLst>
        </pc:spChg>
        <pc:spChg chg="mod">
          <ac:chgData name="Eva Huljaj" userId="7c0f22cc3c48e493" providerId="LiveId" clId="{E35D45F2-050E-4AC9-ADDD-B3808EB123AC}" dt="2026-01-20T21:15:51.354" v="32"/>
          <ac:spMkLst>
            <pc:docMk/>
            <pc:sldMk cId="3000657717" sldId="278"/>
            <ac:spMk id="3" creationId="{6A004C1A-0E37-80EE-BE80-9476125EB10B}"/>
          </ac:spMkLst>
        </pc:spChg>
      </pc:sldChg>
      <pc:sldChg chg="modSp new del mod">
        <pc:chgData name="Eva Huljaj" userId="7c0f22cc3c48e493" providerId="LiveId" clId="{E35D45F2-050E-4AC9-ADDD-B3808EB123AC}" dt="2026-01-20T21:47:32.491" v="359" actId="2696"/>
        <pc:sldMkLst>
          <pc:docMk/>
          <pc:sldMk cId="893570932" sldId="279"/>
        </pc:sldMkLst>
        <pc:spChg chg="mod">
          <ac:chgData name="Eva Huljaj" userId="7c0f22cc3c48e493" providerId="LiveId" clId="{E35D45F2-050E-4AC9-ADDD-B3808EB123AC}" dt="2026-01-20T21:16:52.187" v="58" actId="20577"/>
          <ac:spMkLst>
            <pc:docMk/>
            <pc:sldMk cId="893570932" sldId="279"/>
            <ac:spMk id="2" creationId="{F3CACD11-A177-98FC-9E5E-0F99A5C8C13E}"/>
          </ac:spMkLst>
        </pc:spChg>
        <pc:spChg chg="mod">
          <ac:chgData name="Eva Huljaj" userId="7c0f22cc3c48e493" providerId="LiveId" clId="{E35D45F2-050E-4AC9-ADDD-B3808EB123AC}" dt="2026-01-20T21:17:12.110" v="59"/>
          <ac:spMkLst>
            <pc:docMk/>
            <pc:sldMk cId="893570932" sldId="279"/>
            <ac:spMk id="3" creationId="{A493E9EC-6276-3292-5C66-D91A177C676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7596D4-CB16-4BAD-83F6-7E8077D61F81}" type="datetimeFigureOut">
              <a:rPr lang="hr-HR" smtClean="0"/>
              <a:t>23.1.2026.</a:t>
            </a:fld>
            <a:endParaRPr lang="hr-H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45738E-9CB8-443D-AC33-32367D54213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940785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1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906897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 list no need to elaborate in this stage!</a:t>
            </a:r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3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5702015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Navedite samo svoju viziju projektne ideje...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5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5108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ight Triangle 32">
            <a:extLst>
              <a:ext uri="{FF2B5EF4-FFF2-40B4-BE49-F238E27FC236}">
                <a16:creationId xmlns:a16="http://schemas.microsoft.com/office/drawing/2014/main" id="{2A737799-F072-47E1-A678-5CE12F097D06}"/>
              </a:ext>
            </a:extLst>
          </p:cNvPr>
          <p:cNvSpPr/>
          <p:nvPr/>
        </p:nvSpPr>
        <p:spPr>
          <a:xfrm flipH="1">
            <a:off x="4496837" y="4722829"/>
            <a:ext cx="4644854" cy="2135171"/>
          </a:xfrm>
          <a:prstGeom prst="rtTriangle">
            <a:avLst/>
          </a:prstGeom>
          <a:blipFill dpi="0" rotWithShape="0">
            <a:blip r:embed="rId2"/>
            <a:srcRect/>
            <a:tile tx="0" ty="-393700" sx="100000" sy="100000" flip="none" algn="tl"/>
          </a:blip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6308" y="3685740"/>
            <a:ext cx="7772400" cy="1541283"/>
          </a:xfrm>
        </p:spPr>
        <p:txBody>
          <a:bodyPr lIns="252000" tIns="46800" rIns="252000" anchor="ctr">
            <a:normAutofit/>
          </a:bodyPr>
          <a:lstStyle>
            <a:lvl1pPr algn="ctr">
              <a:defRPr lang="en-US" sz="2800" b="0" kern="12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0A13A86-3F68-4CBB-B661-B96A001B15BE}"/>
              </a:ext>
            </a:extLst>
          </p:cNvPr>
          <p:cNvGrpSpPr/>
          <p:nvPr/>
        </p:nvGrpSpPr>
        <p:grpSpPr>
          <a:xfrm>
            <a:off x="0" y="0"/>
            <a:ext cx="1370309" cy="6858000"/>
            <a:chOff x="0" y="0"/>
            <a:chExt cx="1370309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22AA1C2-ED49-4B0D-9C5A-6D47DFC70771}"/>
                </a:ext>
              </a:extLst>
            </p:cNvPr>
            <p:cNvSpPr/>
            <p:nvPr userDrawn="1"/>
          </p:nvSpPr>
          <p:spPr>
            <a:xfrm>
              <a:off x="0" y="0"/>
              <a:ext cx="342900" cy="685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4FC8746-DFC2-4DDF-B034-CED2ACE15704}"/>
                </a:ext>
              </a:extLst>
            </p:cNvPr>
            <p:cNvSpPr/>
            <p:nvPr userDrawn="1"/>
          </p:nvSpPr>
          <p:spPr>
            <a:xfrm rot="16200000">
              <a:off x="514859" y="-512550"/>
              <a:ext cx="342900" cy="136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94884E1-E6D8-48CB-B7A9-438FB51C78F5}"/>
                </a:ext>
              </a:extLst>
            </p:cNvPr>
            <p:cNvSpPr/>
            <p:nvPr userDrawn="1"/>
          </p:nvSpPr>
          <p:spPr>
            <a:xfrm rot="16200000">
              <a:off x="514859" y="6002550"/>
              <a:ext cx="342900" cy="136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4" name="Picture 13" descr="A close up of a logo&#10;&#10;Description automatically generated">
            <a:extLst>
              <a:ext uri="{FF2B5EF4-FFF2-40B4-BE49-F238E27FC236}">
                <a16:creationId xmlns:a16="http://schemas.microsoft.com/office/drawing/2014/main" id="{32F5CBCA-0AB8-4B6A-8A03-C549C7F3AE3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79000"/>
          </a:blip>
          <a:srcRect l="13474" t="23715" r="15700" b="21450"/>
          <a:stretch/>
        </p:blipFill>
        <p:spPr>
          <a:xfrm>
            <a:off x="7499927" y="308066"/>
            <a:ext cx="1416947" cy="684000"/>
          </a:xfrm>
          <a:prstGeom prst="rect">
            <a:avLst/>
          </a:prstGeom>
        </p:spPr>
      </p:pic>
      <p:pic>
        <p:nvPicPr>
          <p:cNvPr id="16" name="Picture 15" descr="A screenshot of a video game&#10;&#10;Description automatically generated">
            <a:extLst>
              <a:ext uri="{FF2B5EF4-FFF2-40B4-BE49-F238E27FC236}">
                <a16:creationId xmlns:a16="http://schemas.microsoft.com/office/drawing/2014/main" id="{304A50E9-593B-484E-BBFD-7D99ADECD2F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772"/>
          <a:stretch/>
        </p:blipFill>
        <p:spPr>
          <a:xfrm>
            <a:off x="629310" y="543433"/>
            <a:ext cx="2495116" cy="246346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E779F65-BFE6-4D96-B824-8575890A4185}"/>
              </a:ext>
            </a:extLst>
          </p:cNvPr>
          <p:cNvSpPr txBox="1"/>
          <p:nvPr/>
        </p:nvSpPr>
        <p:spPr>
          <a:xfrm>
            <a:off x="6299200" y="1668720"/>
            <a:ext cx="3155393" cy="64344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700" b="1" kern="1200" cap="small" noProof="0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Programsko inženjerstvo</a:t>
            </a:r>
          </a:p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700" b="1" kern="1200" cap="small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ID 183400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54D68C4-3DFA-4D90-89DF-550D8FB0DB2C}"/>
              </a:ext>
            </a:extLst>
          </p:cNvPr>
          <p:cNvGrpSpPr/>
          <p:nvPr/>
        </p:nvGrpSpPr>
        <p:grpSpPr>
          <a:xfrm>
            <a:off x="8541834" y="2712985"/>
            <a:ext cx="602166" cy="689744"/>
            <a:chOff x="8541834" y="2712985"/>
            <a:chExt cx="602166" cy="68974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891C753-BAAB-4424-9E32-3F1432529749}"/>
                </a:ext>
              </a:extLst>
            </p:cNvPr>
            <p:cNvSpPr/>
            <p:nvPr userDrawn="1"/>
          </p:nvSpPr>
          <p:spPr>
            <a:xfrm>
              <a:off x="9000000" y="2718729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86BC744-DC4B-4A55-B6FA-A711EC8ACF52}"/>
                </a:ext>
              </a:extLst>
            </p:cNvPr>
            <p:cNvSpPr/>
            <p:nvPr userDrawn="1"/>
          </p:nvSpPr>
          <p:spPr>
            <a:xfrm>
              <a:off x="8772874" y="2718729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0AA3319-80CC-4953-81CC-A4C7D5063739}"/>
                </a:ext>
              </a:extLst>
            </p:cNvPr>
            <p:cNvSpPr/>
            <p:nvPr userDrawn="1"/>
          </p:nvSpPr>
          <p:spPr>
            <a:xfrm>
              <a:off x="8541834" y="2712985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Graphic 3">
            <a:extLst>
              <a:ext uri="{FF2B5EF4-FFF2-40B4-BE49-F238E27FC236}">
                <a16:creationId xmlns:a16="http://schemas.microsoft.com/office/drawing/2014/main" id="{9B169C9B-ABD9-49DB-8ECD-EBB51008CF4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40606" t="17629" r="15252" b="19248"/>
          <a:stretch/>
        </p:blipFill>
        <p:spPr>
          <a:xfrm>
            <a:off x="6472518" y="270901"/>
            <a:ext cx="836453" cy="82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B217BDC-58CC-FADA-1B39-623F12755E0B}"/>
              </a:ext>
            </a:extLst>
          </p:cNvPr>
          <p:cNvSpPr txBox="1"/>
          <p:nvPr userDrawn="1"/>
        </p:nvSpPr>
        <p:spPr>
          <a:xfrm>
            <a:off x="2757249" y="3212658"/>
            <a:ext cx="33702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Prezentacija</a:t>
            </a:r>
            <a:r>
              <a:rPr lang="hr-HR" sz="2000" noProof="0" dirty="0">
                <a:latin typeface="Franklin Gothic Demi" panose="020B0703020102020204" pitchFamily="34" charset="0"/>
              </a:rPr>
              <a:t> </a:t>
            </a:r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projekta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7A7A9A7D-F6F6-0F08-90E6-4F20750E97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292" y="5227023"/>
            <a:ext cx="7772400" cy="590321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 cap="none">
                <a:solidFill>
                  <a:schemeClr val="tx1"/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77211245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blipFill dpi="0" rotWithShape="1">
          <a:blip r:embed="rId2">
            <a:alphaModFix amt="10000"/>
            <a:lum/>
          </a:blip>
          <a:srcRect/>
          <a:stretch>
            <a:fillRect l="85000" t="93000" r="1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9D65BC3-0390-487E-9343-57013C37910B}"/>
              </a:ext>
            </a:extLst>
          </p:cNvPr>
          <p:cNvGrpSpPr/>
          <p:nvPr/>
        </p:nvGrpSpPr>
        <p:grpSpPr>
          <a:xfrm>
            <a:off x="0" y="0"/>
            <a:ext cx="1370309" cy="6858000"/>
            <a:chOff x="0" y="0"/>
            <a:chExt cx="1370309" cy="6858000"/>
          </a:xfrm>
          <a:solidFill>
            <a:srgbClr val="FFB400"/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F4361EC-AED8-4B86-B0D1-15361ACD5BB7}"/>
                </a:ext>
              </a:extLst>
            </p:cNvPr>
            <p:cNvSpPr/>
            <p:nvPr userDrawn="1"/>
          </p:nvSpPr>
          <p:spPr>
            <a:xfrm>
              <a:off x="0" y="0"/>
              <a:ext cx="342900" cy="6858000"/>
            </a:xfrm>
            <a:prstGeom prst="rect">
              <a:avLst/>
            </a:prstGeom>
            <a:grpFill/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D7164C5-7F89-48EA-9906-0AF23BCC4882}"/>
                </a:ext>
              </a:extLst>
            </p:cNvPr>
            <p:cNvSpPr/>
            <p:nvPr userDrawn="1"/>
          </p:nvSpPr>
          <p:spPr>
            <a:xfrm rot="16200000">
              <a:off x="514859" y="6002550"/>
              <a:ext cx="342900" cy="1368000"/>
            </a:xfrm>
            <a:prstGeom prst="rect">
              <a:avLst/>
            </a:prstGeom>
            <a:grpFill/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1" name="Picture 10" descr="A screenshot of a video game&#10;&#10;Description automatically generated">
            <a:extLst>
              <a:ext uri="{FF2B5EF4-FFF2-40B4-BE49-F238E27FC236}">
                <a16:creationId xmlns:a16="http://schemas.microsoft.com/office/drawing/2014/main" id="{400D0D9E-702E-4495-B908-117D903BB1A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72"/>
          <a:stretch/>
        </p:blipFill>
        <p:spPr>
          <a:xfrm>
            <a:off x="7680632" y="120349"/>
            <a:ext cx="1276193" cy="1260000"/>
          </a:xfrm>
          <a:prstGeom prst="rect">
            <a:avLst/>
          </a:prstGeom>
        </p:spPr>
      </p:pic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BE68E431-7FC2-47FC-A826-4B794B289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9B4F37E-A6B4-4A59-A76A-E67F5B42B7AF}"/>
              </a:ext>
            </a:extLst>
          </p:cNvPr>
          <p:cNvCxnSpPr>
            <a:cxnSpLocks/>
          </p:cNvCxnSpPr>
          <p:nvPr/>
        </p:nvCxnSpPr>
        <p:spPr>
          <a:xfrm flipH="1">
            <a:off x="1071418" y="4581245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4758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95554"/>
            <a:ext cx="7886700" cy="4931327"/>
          </a:xfrm>
        </p:spPr>
        <p:txBody>
          <a:bodyPr/>
          <a:lstStyle>
            <a:lvl2pPr marL="685800" indent="-228600">
              <a:buFont typeface="Wingdings" panose="05000000000000000000" pitchFamily="2" charset="2"/>
              <a:buChar char="§"/>
              <a:defRPr sz="2200"/>
            </a:lvl2pPr>
            <a:lvl3pPr marL="1143000" indent="-228600">
              <a:buFont typeface="Courier New" panose="02070309020205020404" pitchFamily="49" charset="0"/>
              <a:buChar char="o"/>
              <a:defRPr sz="1800"/>
            </a:lvl3pPr>
            <a:lvl4pPr marL="1600200" indent="-228600">
              <a:buFont typeface="Franklin Gothic Book" panose="020B0503020102020204" pitchFamily="34" charset="0"/>
              <a:buChar char="―"/>
              <a:defRPr sz="1600"/>
            </a:lvl4pPr>
            <a:lvl5pPr marL="2057400" indent="-22860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0347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1050AD4-29D0-47EA-9708-82FD8FAF1B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413164"/>
            <a:ext cx="3886200" cy="4763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0C09F13D-5F40-4714-BA42-EFC264DE9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413164"/>
            <a:ext cx="3886200" cy="4763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255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2377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84370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0" y="1"/>
            <a:ext cx="9144000" cy="1124744"/>
          </a:xfrm>
          <a:solidFill>
            <a:schemeClr val="bg1"/>
          </a:solidFill>
        </p:spPr>
        <p:txBody>
          <a:bodyPr/>
          <a:lstStyle>
            <a:lvl1pPr>
              <a:defRPr sz="4000"/>
            </a:lvl1pPr>
          </a:lstStyle>
          <a:p>
            <a:r>
              <a:rPr lang="en-US" noProof="0"/>
              <a:t>Click to edit Master title style</a:t>
            </a:r>
            <a:endParaRPr lang="hr-HR" noProof="0" dirty="0"/>
          </a:p>
        </p:txBody>
      </p:sp>
      <p:sp>
        <p:nvSpPr>
          <p:cNvPr id="324611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0" y="2997200"/>
            <a:ext cx="9144000" cy="122237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 b="1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r>
              <a:rPr lang="en-US" noProof="0"/>
              <a:t>Click to edit Master subtitle style</a:t>
            </a:r>
            <a:endParaRPr lang="hr-HR" noProof="0" dirty="0"/>
          </a:p>
        </p:txBody>
      </p:sp>
      <p:sp>
        <p:nvSpPr>
          <p:cNvPr id="170" name="Rectangle 325"/>
          <p:cNvSpPr>
            <a:spLocks noChangeArrowheads="1"/>
          </p:cNvSpPr>
          <p:nvPr/>
        </p:nvSpPr>
        <p:spPr bwMode="auto">
          <a:xfrm>
            <a:off x="0" y="3573463"/>
            <a:ext cx="91440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endParaRPr lang="hr-HR" sz="2800" noProof="0" dirty="0">
              <a:solidFill>
                <a:srgbClr val="FF99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4358" y="5597395"/>
            <a:ext cx="619125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892974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19138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hr-HR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0" y="836613"/>
            <a:ext cx="4495800" cy="554513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hr-HR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836613"/>
            <a:ext cx="4495800" cy="554513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hr-HR" noProof="0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hr-HR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3282859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lank">
            <a:extLst>
              <a:ext uri="{FF2B5EF4-FFF2-40B4-BE49-F238E27FC236}">
                <a16:creationId xmlns:a16="http://schemas.microsoft.com/office/drawing/2014/main" id="{DF900481-7CD7-44CE-90E6-3583037D52D9}"/>
              </a:ext>
            </a:extLst>
          </p:cNvPr>
          <p:cNvSpPr/>
          <p:nvPr/>
        </p:nvSpPr>
        <p:spPr bwMode="auto">
          <a:xfrm>
            <a:off x="13527" y="-4384"/>
            <a:ext cx="9144000" cy="9906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50899" tIns="25004" rIns="50899" bIns="25004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indent="0" algn="ctr" defTabSz="5143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r-HR" sz="1125" b="1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Franklin Gothic Medium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2947" y="3752009"/>
            <a:ext cx="8245162" cy="1475013"/>
          </a:xfrm>
          <a:effectLst/>
        </p:spPr>
        <p:txBody>
          <a:bodyPr anchor="b" anchorCtr="1"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2949" y="5227023"/>
            <a:ext cx="8245160" cy="590321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 cap="none">
                <a:solidFill>
                  <a:schemeClr val="tx1"/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1" name="UNI_Logo">
            <a:extLst>
              <a:ext uri="{FF2B5EF4-FFF2-40B4-BE49-F238E27FC236}">
                <a16:creationId xmlns:a16="http://schemas.microsoft.com/office/drawing/2014/main" id="{B60ABF21-F805-4F5C-9378-DA9D7D2CB64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0606" t="17629" r="15252" b="19248"/>
          <a:stretch/>
        </p:blipFill>
        <p:spPr>
          <a:xfrm>
            <a:off x="6770836" y="262594"/>
            <a:ext cx="727345" cy="720000"/>
          </a:xfrm>
          <a:prstGeom prst="rect">
            <a:avLst/>
          </a:prstGeom>
        </p:spPr>
      </p:pic>
      <p:pic>
        <p:nvPicPr>
          <p:cNvPr id="12" name="FER_logo" descr="A close up of a logo&#10;&#10;Description automatically generated">
            <a:extLst>
              <a:ext uri="{FF2B5EF4-FFF2-40B4-BE49-F238E27FC236}">
                <a16:creationId xmlns:a16="http://schemas.microsoft.com/office/drawing/2014/main" id="{EC1CAE0A-3E29-4F8A-A85F-FFEEA390805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9000"/>
          </a:blip>
          <a:srcRect l="13474" t="23715" r="15700" b="21450"/>
          <a:stretch/>
        </p:blipFill>
        <p:spPr>
          <a:xfrm>
            <a:off x="7629063" y="345375"/>
            <a:ext cx="1188000" cy="582400"/>
          </a:xfrm>
          <a:prstGeom prst="rect">
            <a:avLst/>
          </a:prstGeom>
        </p:spPr>
      </p:pic>
      <p:sp>
        <p:nvSpPr>
          <p:cNvPr id="13" name="Course">
            <a:extLst>
              <a:ext uri="{FF2B5EF4-FFF2-40B4-BE49-F238E27FC236}">
                <a16:creationId xmlns:a16="http://schemas.microsoft.com/office/drawing/2014/main" id="{606EE227-E1A4-48CD-8072-A5BFFE497034}"/>
              </a:ext>
            </a:extLst>
          </p:cNvPr>
          <p:cNvSpPr txBox="1"/>
          <p:nvPr/>
        </p:nvSpPr>
        <p:spPr>
          <a:xfrm>
            <a:off x="6309966" y="2336793"/>
            <a:ext cx="2398143" cy="561474"/>
          </a:xfrm>
          <a:prstGeom prst="rect">
            <a:avLst/>
          </a:prstGeom>
          <a:noFill/>
        </p:spPr>
        <p:txBody>
          <a:bodyPr wrap="square">
            <a:normAutofit fontScale="85000" lnSpcReduction="10000"/>
          </a:bodyPr>
          <a:lstStyle/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800" b="1" kern="1200" cap="small" noProof="0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Programsko inženjerstvo</a:t>
            </a:r>
          </a:p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800" b="1" kern="1200" cap="small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ID 183400</a:t>
            </a:r>
            <a:endParaRPr lang="en-US" sz="1200" noProof="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4A5D7BB-0877-4A5C-8FF5-FD8D403DFC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970" y="0"/>
            <a:ext cx="3204212" cy="27740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F0074D2-401D-5430-6887-B383F93FE29E}"/>
              </a:ext>
            </a:extLst>
          </p:cNvPr>
          <p:cNvSpPr txBox="1"/>
          <p:nvPr userDrawn="1"/>
        </p:nvSpPr>
        <p:spPr>
          <a:xfrm>
            <a:off x="2757249" y="3266875"/>
            <a:ext cx="33702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Prezentacija</a:t>
            </a:r>
            <a:r>
              <a:rPr lang="hr-HR" sz="2000" noProof="0" dirty="0">
                <a:latin typeface="Franklin Gothic Demi" panose="020B0703020102020204" pitchFamily="34" charset="0"/>
              </a:rPr>
              <a:t> </a:t>
            </a:r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projekta</a:t>
            </a:r>
          </a:p>
        </p:txBody>
      </p:sp>
    </p:spTree>
    <p:extLst>
      <p:ext uri="{BB962C8B-B14F-4D97-AF65-F5344CB8AC3E}">
        <p14:creationId xmlns:p14="http://schemas.microsoft.com/office/powerpoint/2010/main" val="205118373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999" y="36000"/>
            <a:ext cx="7920000" cy="828262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99" y="972000"/>
            <a:ext cx="9000000" cy="5400000"/>
          </a:xfrm>
        </p:spPr>
        <p:txBody>
          <a:bodyPr/>
          <a:lstStyle>
            <a:lvl1pPr marL="266700" indent="-266700">
              <a:defRPr>
                <a:solidFill>
                  <a:schemeClr val="tx1"/>
                </a:solidFill>
              </a:defRPr>
            </a:lvl1pPr>
            <a:lvl2pPr marL="486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45975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6" y="2393953"/>
            <a:ext cx="8272211" cy="2147467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6" y="4541417"/>
            <a:ext cx="827221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cap="all">
                <a:solidFill>
                  <a:schemeClr val="accent1"/>
                </a:solidFill>
              </a:defRPr>
            </a:lvl1pPr>
            <a:lvl2pPr marL="257175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A2C86E-F1C7-46E0-95C6-696D16C6C694}" type="slidenum">
              <a:rPr lang="hr-HR" noProof="0" smtClean="0"/>
              <a:pPr>
                <a:defRPr/>
              </a:pPr>
              <a:t>‹#›</a:t>
            </a:fld>
            <a:endParaRPr lang="hr-HR" noProof="0" dirty="0"/>
          </a:p>
        </p:txBody>
      </p:sp>
    </p:spTree>
    <p:extLst>
      <p:ext uri="{BB962C8B-B14F-4D97-AF65-F5344CB8AC3E}">
        <p14:creationId xmlns:p14="http://schemas.microsoft.com/office/powerpoint/2010/main" val="34303653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999" y="972000"/>
            <a:ext cx="4680000" cy="5400000"/>
          </a:xfrm>
        </p:spPr>
        <p:txBody>
          <a:bodyPr>
            <a:normAutofit/>
          </a:bodyPr>
          <a:lstStyle>
            <a:lvl2pPr>
              <a:lnSpc>
                <a:spcPct val="100000"/>
              </a:lnSpc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2030" y="972000"/>
            <a:ext cx="4259971" cy="5400000"/>
          </a:xfrm>
        </p:spPr>
        <p:txBody>
          <a:bodyPr>
            <a:normAutofit/>
          </a:bodyPr>
          <a:lstStyle>
            <a:lvl2pPr marL="396000" indent="-252000">
              <a:lnSpc>
                <a:spcPct val="100000"/>
              </a:lnSpc>
              <a:defRPr lang="en-US" sz="20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813632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792000" y="-8857"/>
            <a:ext cx="7920000" cy="8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998" y="991413"/>
            <a:ext cx="4680000" cy="557784"/>
          </a:xfrm>
        </p:spPr>
        <p:txBody>
          <a:bodyPr anchor="ctr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98" y="1668252"/>
            <a:ext cx="4680000" cy="4669486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12031" y="991417"/>
            <a:ext cx="4212288" cy="553373"/>
          </a:xfrm>
        </p:spPr>
        <p:txBody>
          <a:bodyPr anchor="ctr">
            <a:noAutofit/>
          </a:bodyPr>
          <a:lstStyle>
            <a:lvl1pPr marL="0" marR="0" indent="0" algn="l" defTabSz="25717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marL="0" marR="0" lvl="0" indent="0" algn="l" defTabSz="25717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12028" y="1663842"/>
            <a:ext cx="4212288" cy="4669486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56532834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2961483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  <p:sp>
        <p:nvSpPr>
          <p:cNvPr id="5" name="Blank">
            <a:extLst>
              <a:ext uri="{FF2B5EF4-FFF2-40B4-BE49-F238E27FC236}">
                <a16:creationId xmlns:a16="http://schemas.microsoft.com/office/drawing/2014/main" id="{B6B16F86-9808-4367-B20B-899AF3F2BA32}"/>
              </a:ext>
            </a:extLst>
          </p:cNvPr>
          <p:cNvSpPr/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50899" tIns="25004" rIns="50899" bIns="25004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indent="0" algn="ctr" defTabSz="5143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r-HR" sz="1125" b="1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Franklin Gothic Medium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33650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894" y="1008824"/>
            <a:ext cx="2273889" cy="1722419"/>
          </a:xfrm>
        </p:spPr>
        <p:txBody>
          <a:bodyPr anchor="b">
            <a:normAutofit/>
          </a:bodyPr>
          <a:lstStyle>
            <a:lvl1pPr algn="l">
              <a:defRPr sz="135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5698" y="1008824"/>
            <a:ext cx="4988243" cy="5294004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100">
                <a:solidFill>
                  <a:schemeClr val="tx2"/>
                </a:solidFill>
              </a:defRPr>
            </a:lvl4pPr>
            <a:lvl5pPr>
              <a:defRPr sz="1100">
                <a:solidFill>
                  <a:schemeClr val="tx2"/>
                </a:solidFill>
              </a:defRPr>
            </a:lvl5pPr>
            <a:lvl6pPr>
              <a:defRPr sz="788">
                <a:solidFill>
                  <a:schemeClr val="tx2"/>
                </a:solidFill>
              </a:defRPr>
            </a:lvl6pPr>
            <a:lvl7pPr>
              <a:defRPr sz="788">
                <a:solidFill>
                  <a:schemeClr val="tx2"/>
                </a:solidFill>
              </a:defRPr>
            </a:lvl7pPr>
            <a:lvl8pPr>
              <a:defRPr sz="788">
                <a:solidFill>
                  <a:schemeClr val="tx2"/>
                </a:solidFill>
              </a:defRPr>
            </a:lvl8pPr>
            <a:lvl9pPr>
              <a:defRPr sz="788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5894" y="2836656"/>
            <a:ext cx="2273889" cy="3466175"/>
          </a:xfrm>
        </p:spPr>
        <p:txBody>
          <a:bodyPr anchor="t">
            <a:normAutofit/>
          </a:bodyPr>
          <a:lstStyle>
            <a:lvl1pPr marL="0" indent="0" algn="l">
              <a:buNone/>
              <a:defRPr sz="900">
                <a:solidFill>
                  <a:srgbClr val="FFFFFF"/>
                </a:solidFill>
              </a:defRPr>
            </a:lvl1pPr>
            <a:lvl2pPr marL="257175" indent="0">
              <a:buNone/>
              <a:defRPr sz="619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04465" y="6456919"/>
            <a:ext cx="2133599" cy="365125"/>
          </a:xfrm>
        </p:spPr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7231" y="6452593"/>
            <a:ext cx="4836571" cy="365125"/>
          </a:xfrm>
        </p:spPr>
        <p:txBody>
          <a:bodyPr/>
          <a:lstStyle/>
          <a:p>
            <a:endParaRPr lang="hr-HR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18726" y="6456919"/>
            <a:ext cx="789383" cy="365125"/>
          </a:xfrm>
        </p:spPr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564685486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4693389"/>
            <a:ext cx="8272212" cy="566738"/>
          </a:xfrm>
        </p:spPr>
        <p:txBody>
          <a:bodyPr anchor="b">
            <a:normAutofit/>
          </a:bodyPr>
          <a:lstStyle>
            <a:lvl1pPr algn="l"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7929" y="1042141"/>
            <a:ext cx="8468144" cy="3485610"/>
          </a:xfrm>
        </p:spPr>
        <p:txBody>
          <a:bodyPr anchor="t">
            <a:normAutofit/>
          </a:bodyPr>
          <a:lstStyle>
            <a:lvl1pPr marL="0" indent="0" algn="ctr">
              <a:buNone/>
              <a:defRPr sz="900"/>
            </a:lvl1pPr>
            <a:lvl2pPr marL="257175" indent="0">
              <a:buNone/>
              <a:defRPr sz="900"/>
            </a:lvl2pPr>
            <a:lvl3pPr marL="514350" indent="0">
              <a:buNone/>
              <a:defRPr sz="900"/>
            </a:lvl3pPr>
            <a:lvl4pPr marL="771525" indent="0">
              <a:buNone/>
              <a:defRPr sz="900"/>
            </a:lvl4pPr>
            <a:lvl5pPr marL="1028700" indent="0">
              <a:buNone/>
              <a:defRPr sz="900"/>
            </a:lvl5pPr>
            <a:lvl6pPr marL="1285875" indent="0">
              <a:buNone/>
              <a:defRPr sz="900"/>
            </a:lvl6pPr>
            <a:lvl7pPr marL="1543050" indent="0">
              <a:buNone/>
              <a:defRPr sz="900"/>
            </a:lvl7pPr>
            <a:lvl8pPr marL="1800225" indent="0">
              <a:buNone/>
              <a:defRPr sz="900"/>
            </a:lvl8pPr>
            <a:lvl9pPr marL="2057400" indent="0">
              <a:buNone/>
              <a:defRPr sz="9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5895" y="5260127"/>
            <a:ext cx="8272213" cy="998148"/>
          </a:xfrm>
        </p:spPr>
        <p:txBody>
          <a:bodyPr anchor="t">
            <a:normAutofit/>
          </a:bodyPr>
          <a:lstStyle>
            <a:lvl1pPr marL="0" indent="0">
              <a:buNone/>
              <a:defRPr sz="900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199510302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651248466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043613" y="599725"/>
            <a:ext cx="2765487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53150" y="863600"/>
            <a:ext cx="234315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4" y="863600"/>
            <a:ext cx="5371219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34901" y="457200"/>
            <a:ext cx="277749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3181373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677989066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9EB10-FBF8-4CBA-B026-F8DE91FFE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13" y="123825"/>
            <a:ext cx="8999537" cy="533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416ABA-433E-479F-BD29-1C844B0A1F5F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361950" y="1052513"/>
            <a:ext cx="4168775" cy="5043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Online Image Placeholder 3">
            <a:extLst>
              <a:ext uri="{FF2B5EF4-FFF2-40B4-BE49-F238E27FC236}">
                <a16:creationId xmlns:a16="http://schemas.microsoft.com/office/drawing/2014/main" id="{B4264813-3E43-478F-B65D-0BC0200A93E3}"/>
              </a:ext>
            </a:extLst>
          </p:cNvPr>
          <p:cNvSpPr>
            <a:spLocks noGrp="1"/>
          </p:cNvSpPr>
          <p:nvPr>
            <p:ph type="clipArt" sz="half" idx="2"/>
          </p:nvPr>
        </p:nvSpPr>
        <p:spPr>
          <a:xfrm>
            <a:off x="4683125" y="1052513"/>
            <a:ext cx="4168775" cy="5043487"/>
          </a:xfrm>
        </p:spPr>
        <p:txBody>
          <a:bodyPr/>
          <a:lstStyle/>
          <a:p>
            <a:r>
              <a:rPr lang="en-US"/>
              <a:t>Click icon to add online image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381678076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05A3D-D87F-4AF2-BA78-EC513449E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388" y="1643063"/>
            <a:ext cx="8964612" cy="5619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69B210-E8A1-4163-B353-9596A4987A67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79388" y="2349500"/>
            <a:ext cx="4316412" cy="395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15EE46-BB07-40D1-BA76-9A68CCF90965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48200" y="2349500"/>
            <a:ext cx="4316413" cy="1903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C13EFCE-9805-4C10-9F35-FE6B61EEEB78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4648200" y="4405313"/>
            <a:ext cx="4316413" cy="1903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B9D8B36-6841-48AB-ACDD-303377A53B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4438" y="6453188"/>
            <a:ext cx="1773237" cy="319087"/>
          </a:xfrm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7546225-D832-45D6-9D1F-C2C298013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453188"/>
            <a:ext cx="2895600" cy="319087"/>
          </a:xfrm>
        </p:spPr>
        <p:txBody>
          <a:bodyPr/>
          <a:lstStyle>
            <a:lvl1pPr>
              <a:defRPr/>
            </a:lvl1pPr>
          </a:lstStyle>
          <a:p>
            <a:endParaRPr lang="hr-HR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993AD3A-68A5-4246-9D01-4FF480FAD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02450" y="6440488"/>
            <a:ext cx="2133600" cy="319087"/>
          </a:xfrm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710353091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2E4BB-D381-461E-98CE-EC214FB2C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22250"/>
            <a:ext cx="8153400" cy="7048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55E26-D24E-448B-A60D-AC4ADA3256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5600" y="1295400"/>
            <a:ext cx="8255000" cy="238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8580C4-0743-475D-99BC-A08C21692F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5600" y="3832225"/>
            <a:ext cx="8255000" cy="238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507078345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33B67453-1C01-4A88-9B88-0395558C4C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59563"/>
            <a:ext cx="9144000" cy="198437"/>
          </a:xfrm>
          <a:prstGeom prst="rect">
            <a:avLst/>
          </a:prstGeom>
          <a:solidFill>
            <a:srgbClr val="9EC54A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sr-Latn-RS" altLang="sr-Latn-RS" sz="2400" b="0" dirty="0">
              <a:ea typeface="ＭＳ Ｐゴシック" panose="020B0600070205080204" pitchFamily="34" charset="-12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EB15CA-4405-4999-8824-E5B89AB2F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00" y="5734050"/>
            <a:ext cx="85090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 b="0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1604BB0-89C9-40DD-B4C1-65ECA21B8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638175"/>
          </a:xfrm>
          <a:prstGeom prst="rect">
            <a:avLst/>
          </a:prstGeom>
          <a:solidFill>
            <a:srgbClr val="9EC54A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sr-Latn-RS" altLang="sr-Latn-RS" sz="2400" b="0" dirty="0">
              <a:ea typeface="ＭＳ Ｐゴシック" panose="020B0600070205080204" pitchFamily="34" charset="-128"/>
            </a:endParaRPr>
          </a:p>
        </p:txBody>
      </p:sp>
      <p:sp>
        <p:nvSpPr>
          <p:cNvPr id="7" name="Line 12">
            <a:extLst>
              <a:ext uri="{FF2B5EF4-FFF2-40B4-BE49-F238E27FC236}">
                <a16:creationId xmlns:a16="http://schemas.microsoft.com/office/drawing/2014/main" id="{EEC9831C-2EE5-4AB4-811F-0FD7517A5A6B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35000"/>
            <a:ext cx="9144000" cy="0"/>
          </a:xfrm>
          <a:prstGeom prst="line">
            <a:avLst/>
          </a:prstGeom>
          <a:noFill/>
          <a:ln w="12700">
            <a:solidFill>
              <a:srgbClr val="E6C01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r-HR" dirty="0"/>
          </a:p>
        </p:txBody>
      </p:sp>
      <p:sp>
        <p:nvSpPr>
          <p:cNvPr id="8" name="Line 13">
            <a:extLst>
              <a:ext uri="{FF2B5EF4-FFF2-40B4-BE49-F238E27FC236}">
                <a16:creationId xmlns:a16="http://schemas.microsoft.com/office/drawing/2014/main" id="{FB57BD19-2365-4510-B140-A8BF46017B45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661150"/>
            <a:ext cx="9144000" cy="0"/>
          </a:xfrm>
          <a:prstGeom prst="line">
            <a:avLst/>
          </a:prstGeom>
          <a:noFill/>
          <a:ln w="12700">
            <a:solidFill>
              <a:srgbClr val="E6C01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r-HR" dirty="0"/>
          </a:p>
        </p:txBody>
      </p:sp>
      <p:sp>
        <p:nvSpPr>
          <p:cNvPr id="9" name="Text Box 14">
            <a:extLst>
              <a:ext uri="{FF2B5EF4-FFF2-40B4-BE49-F238E27FC236}">
                <a16:creationId xmlns:a16="http://schemas.microsoft.com/office/drawing/2014/main" id="{E9247816-F8A1-437D-8876-CE3B543F52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9175" y="6689725"/>
            <a:ext cx="5048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sr-Latn-RS" altLang="sr-Latn-RS" b="0" dirty="0"/>
          </a:p>
        </p:txBody>
      </p:sp>
      <p:sp>
        <p:nvSpPr>
          <p:cNvPr id="10" name="Text Box 15">
            <a:extLst>
              <a:ext uri="{FF2B5EF4-FFF2-40B4-BE49-F238E27FC236}">
                <a16:creationId xmlns:a16="http://schemas.microsoft.com/office/drawing/2014/main" id="{E3A00050-2AD2-4E24-A959-018DA26B4A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2125" y="6376988"/>
            <a:ext cx="8445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sr-Latn-RS" altLang="sr-Latn-RS" b="0" dirty="0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5240486D-8BBC-4E5F-AE3E-87568EC3A9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2038" y="6626225"/>
            <a:ext cx="606425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fld id="{5487ECC7-754E-4F59-8E24-696A1ED399B9}" type="slidenum">
              <a:rPr lang="de-DE" altLang="sr-Latn-RS" sz="1000" b="0" smtClean="0">
                <a:solidFill>
                  <a:schemeClr val="bg1"/>
                </a:solidFill>
              </a:rPr>
              <a:pPr eaLnBrk="1" hangingPunct="1">
                <a:defRPr/>
              </a:pPr>
              <a:t>‹#›</a:t>
            </a:fld>
            <a:endParaRPr lang="de-DE" altLang="sr-Latn-RS" sz="1000" b="0" dirty="0">
              <a:solidFill>
                <a:schemeClr val="bg1"/>
              </a:solidFill>
            </a:endParaRPr>
          </a:p>
        </p:txBody>
      </p:sp>
      <p:pic>
        <p:nvPicPr>
          <p:cNvPr id="12" name="Picture 9" descr="MCAST">
            <a:extLst>
              <a:ext uri="{FF2B5EF4-FFF2-40B4-BE49-F238E27FC236}">
                <a16:creationId xmlns:a16="http://schemas.microsoft.com/office/drawing/2014/main" id="{5EBDEE4A-5D09-433E-904F-F1650F13C5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3313" y="185738"/>
            <a:ext cx="1484312" cy="29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9EE17B41-E6B1-4669-AD1B-D326DFF0B618}"/>
              </a:ext>
            </a:extLst>
          </p:cNvPr>
          <p:cNvSpPr txBox="1"/>
          <p:nvPr/>
        </p:nvSpPr>
        <p:spPr>
          <a:xfrm>
            <a:off x="0" y="6657975"/>
            <a:ext cx="9144000" cy="214313"/>
          </a:xfrm>
          <a:prstGeom prst="rect">
            <a:avLst/>
          </a:prstGeom>
          <a:noFill/>
        </p:spPr>
        <p:txBody>
          <a:bodyPr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sz="700" b="0" dirty="0">
                <a:ea typeface="Times New Roman"/>
                <a:cs typeface="Times New Roman"/>
              </a:rPr>
              <a:t>A Vocational Degree programme developed by MCAST and Fraunhofer IAO.</a:t>
            </a:r>
            <a:endParaRPr lang="de-DE" sz="700" b="0" dirty="0">
              <a:ea typeface="Times New Roman"/>
              <a:cs typeface="Times New Roman"/>
            </a:endParaRPr>
          </a:p>
        </p:txBody>
      </p:sp>
      <p:pic>
        <p:nvPicPr>
          <p:cNvPr id="14" name="Grafik 13" descr="C:\Dokumente und Einstellungen\sahin\Desktop\iao_85mm_p334.png">
            <a:extLst>
              <a:ext uri="{FF2B5EF4-FFF2-40B4-BE49-F238E27FC236}">
                <a16:creationId xmlns:a16="http://schemas.microsoft.com/office/drawing/2014/main" id="{118DF992-D6B3-42BA-B7AF-94ADD5D832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155575"/>
            <a:ext cx="1384300" cy="37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Inhaltsplatzhalter 14"/>
          <p:cNvSpPr>
            <a:spLocks noGrp="1"/>
          </p:cNvSpPr>
          <p:nvPr>
            <p:ph sz="quarter" idx="10"/>
          </p:nvPr>
        </p:nvSpPr>
        <p:spPr>
          <a:xfrm>
            <a:off x="372122" y="1917577"/>
            <a:ext cx="8443404" cy="4473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75081" y="859963"/>
            <a:ext cx="8422689" cy="755773"/>
          </a:xfrm>
        </p:spPr>
        <p:txBody>
          <a:bodyPr anchor="b"/>
          <a:lstStyle>
            <a:lvl1pPr algn="ctr">
              <a:defRPr sz="2200" smtClean="0">
                <a:latin typeface="Arial" charset="0"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824037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ítulo y 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150938" y="533400"/>
            <a:ext cx="7793037" cy="769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2 Marcador de tabla"/>
          <p:cNvSpPr>
            <a:spLocks noGrp="1"/>
          </p:cNvSpPr>
          <p:nvPr>
            <p:ph type="tbl" idx="1"/>
          </p:nvPr>
        </p:nvSpPr>
        <p:spPr>
          <a:xfrm>
            <a:off x="0" y="1676400"/>
            <a:ext cx="9144000" cy="4456113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  <a:endParaRPr lang="es-ES" noProof="0" dirty="0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8878ED30-4CA5-4F36-903B-BB1F88A7DC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3616777E-FC54-4224-94BE-6841457432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hr-HR" dirty="0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02A5E6CE-E56A-416E-B8B3-DBFD0971A9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6456871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6308" y="3685740"/>
            <a:ext cx="7772400" cy="2387600"/>
          </a:xfrm>
        </p:spPr>
        <p:txBody>
          <a:bodyPr lIns="252000" tIns="46800" rIns="252000"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828452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1.xml"/><Relationship Id="rId21" Type="http://schemas.microsoft.com/office/2007/relationships/hdphoto" Target="../media/hdphoto1.wdp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20" Type="http://schemas.openxmlformats.org/officeDocument/2006/relationships/image" Target="../media/image9.png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8.xml"/><Relationship Id="rId19" Type="http://schemas.openxmlformats.org/officeDocument/2006/relationships/image" Target="../media/image8.png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580548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2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" y="972000"/>
            <a:ext cx="9000000" cy="5400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63534" y="6501038"/>
            <a:ext cx="940649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58803" y="6501039"/>
            <a:ext cx="6759654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none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9260" y="6501038"/>
            <a:ext cx="475056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89CEFA33-B437-4AA3-8275-93D2FF8194BB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999" y="887249"/>
            <a:ext cx="9000000" cy="45719"/>
          </a:xfrm>
          <a:prstGeom prst="rect">
            <a:avLst/>
          </a:prstGeom>
          <a:gradFill rotWithShape="0">
            <a:gsLst>
              <a:gs pos="3000">
                <a:schemeClr val="accent1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kumimoji="1" lang="hr-HR" sz="1350" b="0" noProof="0" dirty="0">
              <a:latin typeface="Tahoma" pitchFamily="34" charset="0"/>
            </a:endParaRPr>
          </a:p>
        </p:txBody>
      </p:sp>
      <p:sp>
        <p:nvSpPr>
          <p:cNvPr id="20" name="Rectangle 7">
            <a:extLst>
              <a:ext uri="{FF2B5EF4-FFF2-40B4-BE49-F238E27FC236}">
                <a16:creationId xmlns:a16="http://schemas.microsoft.com/office/drawing/2014/main" id="{73C7DFB0-5E2B-4809-9C0B-ED751F99515E}"/>
              </a:ext>
            </a:extLst>
          </p:cNvPr>
          <p:cNvSpPr>
            <a:spLocks noChangeArrowheads="1"/>
          </p:cNvSpPr>
          <p:nvPr/>
        </p:nvSpPr>
        <p:spPr bwMode="gray">
          <a:xfrm>
            <a:off x="2" y="6816222"/>
            <a:ext cx="9143999" cy="36000"/>
          </a:xfrm>
          <a:prstGeom prst="rect">
            <a:avLst/>
          </a:prstGeom>
          <a:gradFill rotWithShape="0">
            <a:gsLst>
              <a:gs pos="3000">
                <a:schemeClr val="bg1">
                  <a:alpha val="56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kumimoji="1" lang="hr-HR" sz="1350" b="0" noProof="0" dirty="0">
              <a:latin typeface="Tahoma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FB4C7E3-BB36-4260-BA39-D064CCA029A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5394" y="171448"/>
            <a:ext cx="697230" cy="548640"/>
          </a:xfrm>
          <a:prstGeom prst="rect">
            <a:avLst/>
          </a:prstGeom>
        </p:spPr>
      </p:pic>
      <p:pic>
        <p:nvPicPr>
          <p:cNvPr id="24" name="FER_logo" descr="A close up of a logo&#10;&#10;Description automatically generated">
            <a:extLst>
              <a:ext uri="{FF2B5EF4-FFF2-40B4-BE49-F238E27FC236}">
                <a16:creationId xmlns:a16="http://schemas.microsoft.com/office/drawing/2014/main" id="{75090067-1575-4BA5-A613-FCA8F5BA8302}"/>
              </a:ext>
            </a:extLst>
          </p:cNvPr>
          <p:cNvPicPr>
            <a:picLocks noChangeAspect="1"/>
          </p:cNvPicPr>
          <p:nvPr/>
        </p:nvPicPr>
        <p:blipFill rotWithShape="1">
          <a:blip r:embed="rId20">
            <a:alphaModFix amt="79000"/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artisticPhotocopy/>
                    </a14:imgEffect>
                  </a14:imgLayer>
                </a14:imgProps>
              </a:ext>
            </a:extLst>
          </a:blip>
          <a:srcRect l="13474" t="23715" r="15700" b="21450"/>
          <a:stretch/>
        </p:blipFill>
        <p:spPr>
          <a:xfrm>
            <a:off x="8469403" y="296918"/>
            <a:ext cx="634769" cy="306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418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hf hdr="0" ftr="0" dt="0"/>
  <p:txStyles>
    <p:titleStyle>
      <a:lvl1pPr algn="ctr" defTabSz="257175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2000" indent="-252000" algn="l" defTabSz="257175" rtl="0" eaLnBrk="1" latinLnBrk="0" hangingPunct="1">
        <a:lnSpc>
          <a:spcPct val="110000"/>
        </a:lnSpc>
        <a:spcBef>
          <a:spcPts val="500"/>
        </a:spcBef>
        <a:spcAft>
          <a:spcPts val="3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2400" kern="1200">
          <a:ln>
            <a:noFill/>
          </a:ln>
          <a:solidFill>
            <a:schemeClr val="tx1"/>
          </a:solidFill>
          <a:latin typeface="+mn-lt"/>
          <a:ea typeface="+mn-ea"/>
          <a:cs typeface="+mn-cs"/>
        </a:defRPr>
      </a:lvl1pPr>
      <a:lvl2pPr marL="396000" indent="-252000" algn="l" defTabSz="257175" rtl="0" eaLnBrk="1" latinLnBrk="0" hangingPunct="1">
        <a:spcBef>
          <a:spcPts val="400"/>
        </a:spcBef>
        <a:spcAft>
          <a:spcPts val="3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506250" indent="-15187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98625" indent="-13162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01125" indent="-13162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6875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6pPr>
      <a:lvl7pPr marL="123750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7pPr>
      <a:lvl8pPr marL="140625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8pPr>
      <a:lvl9pPr marL="157500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52FF1B8-145F-47AA-9F6F-7DA3201AA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20639" y="1329478"/>
            <a:ext cx="5098956" cy="2346136"/>
          </a:xfrm>
        </p:spPr>
        <p:txBody>
          <a:bodyPr>
            <a:normAutofit/>
          </a:bodyPr>
          <a:lstStyle/>
          <a:p>
            <a:r>
              <a:rPr lang="hr-HR" sz="3800" noProof="0" dirty="0"/>
              <a:t>DVORANKO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09DD34-BFD2-8305-42BF-AA42E093F9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20639" y="3919670"/>
            <a:ext cx="5098956" cy="1408872"/>
          </a:xfrm>
        </p:spPr>
        <p:txBody>
          <a:bodyPr>
            <a:normAutofit/>
          </a:bodyPr>
          <a:lstStyle/>
          <a:p>
            <a:r>
              <a:rPr lang="hr-HR" sz="1700" noProof="0" dirty="0"/>
              <a:t>Tim:  TG </a:t>
            </a:r>
            <a:r>
              <a:rPr lang="hr-HR" sz="1700" dirty="0"/>
              <a:t>10.1</a:t>
            </a:r>
            <a:r>
              <a:rPr lang="hr-HR" sz="1700" noProof="0" dirty="0"/>
              <a:t> </a:t>
            </a:r>
            <a:r>
              <a:rPr lang="hr-HR" sz="1700" noProof="0" dirty="0" err="1"/>
              <a:t>LeProgi</a:t>
            </a:r>
            <a:endParaRPr lang="hr-HR" sz="1700" noProof="0" dirty="0"/>
          </a:p>
          <a:p>
            <a:r>
              <a:rPr lang="hr-HR" sz="1700" noProof="0" dirty="0"/>
              <a:t>Ak. god. 2025./2026.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FE8A8C-8C1F-40A1-8A45-9D05B0DD8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457200"/>
            <a:ext cx="277749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1EF8C3-8F8A-447D-A5FF-C124268254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2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B511BAF-6DC3-420A-8603-96945C66A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F3B6CBC6-44E6-87B6-93C5-F7447BD474A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731" r="8988" b="73855"/>
          <a:stretch/>
        </p:blipFill>
        <p:spPr>
          <a:xfrm>
            <a:off x="6971195" y="255707"/>
            <a:ext cx="1884272" cy="585863"/>
          </a:xfrm>
          <a:prstGeom prst="rect">
            <a:avLst/>
          </a:prstGeom>
        </p:spPr>
      </p:pic>
      <p:pic>
        <p:nvPicPr>
          <p:cNvPr id="6" name="Slika 5">
            <a:extLst>
              <a:ext uri="{FF2B5EF4-FFF2-40B4-BE49-F238E27FC236}">
                <a16:creationId xmlns:a16="http://schemas.microsoft.com/office/drawing/2014/main" id="{F0645DC9-303E-6092-267A-C9710261156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82625"/>
          <a:stretch/>
        </p:blipFill>
        <p:spPr>
          <a:xfrm>
            <a:off x="288533" y="370680"/>
            <a:ext cx="1883827" cy="355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843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457200"/>
            <a:ext cx="277749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2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597643"/>
            <a:ext cx="277749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8361" y="1037967"/>
            <a:ext cx="2290568" cy="4709131"/>
          </a:xfrm>
        </p:spPr>
        <p:txBody>
          <a:bodyPr anchor="ctr">
            <a:normAutofit/>
          </a:bodyPr>
          <a:lstStyle/>
          <a:p>
            <a:r>
              <a:rPr lang="hr-HR" noProof="0">
                <a:solidFill>
                  <a:srgbClr val="FFFEFF"/>
                </a:solidFill>
              </a:rPr>
              <a:t>Sadržaj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01201" y="1037968"/>
            <a:ext cx="5044424" cy="4820832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hr-HR" noProof="0" dirty="0"/>
              <a:t>Članovi tima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r-HR" noProof="0" dirty="0"/>
              <a:t>Opis zadatka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r-HR" dirty="0"/>
              <a:t>Cilj projekta</a:t>
            </a:r>
            <a:endParaRPr lang="hr-HR" noProof="0" dirty="0"/>
          </a:p>
          <a:p>
            <a:pPr>
              <a:buFont typeface="Arial" panose="020B0604020202020204" pitchFamily="34" charset="0"/>
              <a:buChar char="•"/>
            </a:pPr>
            <a:r>
              <a:rPr lang="hr-HR" noProof="0" dirty="0"/>
              <a:t>Pregled zahtjeva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r-HR" noProof="0" dirty="0"/>
              <a:t>Korišteni alati i tehnologije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r-HR" noProof="0" dirty="0"/>
              <a:t>Arhitektura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r-HR" noProof="0" dirty="0"/>
              <a:t>Organizacija rada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r-HR" noProof="0" dirty="0"/>
              <a:t>Iskustva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918725" y="6423914"/>
            <a:ext cx="789382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AA41844-C0CA-4144-9D6C-D993F0C0FAB4}" type="slidenum">
              <a:rPr lang="hr-HR" smtClean="0"/>
              <a:pPr>
                <a:spcAft>
                  <a:spcPts val="600"/>
                </a:spcAft>
              </a:pPr>
              <a:t>2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307531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D1F1056-9A78-4FBC-9404-54512B6B58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ACCC5E-8F0C-4678-41F6-563B723DD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894" y="702156"/>
            <a:ext cx="8009731" cy="1188720"/>
          </a:xfrm>
        </p:spPr>
        <p:txBody>
          <a:bodyPr>
            <a:normAutofit/>
          </a:bodyPr>
          <a:lstStyle/>
          <a:p>
            <a:r>
              <a:rPr lang="hr-HR" sz="3100" noProof="0" dirty="0">
                <a:solidFill>
                  <a:schemeClr val="accent1"/>
                </a:solidFill>
              </a:rPr>
              <a:t>Članovi grupe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59E4B7-86DE-4B00-A707-DD85CE5DB3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899" y="457201"/>
            <a:ext cx="8474200" cy="9144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85B14-6D23-2394-890E-2F2CE06844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697" y="2159889"/>
            <a:ext cx="8758603" cy="381498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hr-HR" sz="2000" b="1" dirty="0"/>
              <a:t>Vid Martin Lulić </a:t>
            </a:r>
            <a:r>
              <a:rPr lang="hr-HR" sz="2000" dirty="0"/>
              <a:t>– voditelj, programska potpora, korisničko sučelje, ispitivanje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r-HR" sz="2000" b="1" noProof="0" dirty="0"/>
              <a:t>Dino Maras </a:t>
            </a:r>
            <a:r>
              <a:rPr lang="hr-HR" sz="2000" noProof="0" dirty="0"/>
              <a:t>– dokumentacija (dijagrami), programska potpora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r-HR" sz="2000" b="1" dirty="0"/>
              <a:t>Eva Huljaj </a:t>
            </a:r>
            <a:r>
              <a:rPr lang="hr-HR" sz="2000" dirty="0"/>
              <a:t>– korisničko sučelje, dokumentacija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r-HR" sz="2000" b="1" noProof="0" dirty="0"/>
              <a:t>Borna </a:t>
            </a:r>
            <a:r>
              <a:rPr lang="hr-HR" sz="2000" b="1" noProof="0" dirty="0" err="1"/>
              <a:t>Navratil</a:t>
            </a:r>
            <a:r>
              <a:rPr lang="hr-HR" sz="2000" b="1" noProof="0" dirty="0"/>
              <a:t> </a:t>
            </a:r>
            <a:r>
              <a:rPr lang="hr-HR" sz="2000" noProof="0" dirty="0"/>
              <a:t>– korisničko sučelje, dokumentacija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r-HR" sz="2000" b="1" dirty="0"/>
              <a:t>Ivan Vučak </a:t>
            </a:r>
            <a:r>
              <a:rPr lang="hr-HR" sz="2000" dirty="0"/>
              <a:t>– baza podataka, korisničko sučelje, </a:t>
            </a:r>
            <a:r>
              <a:rPr lang="hr-HR" sz="2000" dirty="0" err="1"/>
              <a:t>deployment</a:t>
            </a:r>
            <a:endParaRPr lang="hr-HR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hr-HR" sz="2000" b="1" noProof="0" dirty="0"/>
              <a:t>Matija </a:t>
            </a:r>
            <a:r>
              <a:rPr lang="hr-HR" sz="2000" b="1" noProof="0" dirty="0" err="1"/>
              <a:t>Vandek</a:t>
            </a:r>
            <a:r>
              <a:rPr lang="hr-HR" sz="2000" b="1" noProof="0" dirty="0"/>
              <a:t> </a:t>
            </a:r>
            <a:r>
              <a:rPr lang="hr-HR" sz="2000" noProof="0" dirty="0"/>
              <a:t>– baza podataka, korisničko sučelje, ispitivanje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8E38AF-35BC-BD40-AC94-1AB4341B3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18725" y="6423914"/>
            <a:ext cx="789382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AA41844-C0CA-4144-9D6C-D993F0C0FAB4}" type="slidenum">
              <a:rPr lang="hr-HR" smtClean="0"/>
              <a:pPr>
                <a:spcAft>
                  <a:spcPts val="600"/>
                </a:spcAft>
              </a:pPr>
              <a:t>3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035151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8">
            <a:extLst>
              <a:ext uri="{FF2B5EF4-FFF2-40B4-BE49-F238E27FC236}">
                <a16:creationId xmlns:a16="http://schemas.microsoft.com/office/drawing/2014/main" id="{B373F125-DEF3-41D6-9918-AB21A2ACC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0">
            <a:extLst>
              <a:ext uri="{FF2B5EF4-FFF2-40B4-BE49-F238E27FC236}">
                <a16:creationId xmlns:a16="http://schemas.microsoft.com/office/drawing/2014/main" id="{71E9F226-EB6E-48C9-ADDA-636DE4BF4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45007" y="485678"/>
            <a:ext cx="3131058" cy="5888772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EF6C70E1-A80B-C6C3-FED6-41C651BC2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2320" y="1113764"/>
            <a:ext cx="2452312" cy="4624327"/>
          </a:xfrm>
        </p:spPr>
        <p:txBody>
          <a:bodyPr anchor="ctr">
            <a:normAutofit/>
          </a:bodyPr>
          <a:lstStyle/>
          <a:p>
            <a:r>
              <a:rPr lang="hr-HR" dirty="0">
                <a:solidFill>
                  <a:srgbClr val="FFFFFF"/>
                </a:solidFill>
              </a:rPr>
              <a:t>Opis zadatka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D9B07350-C234-B356-EC75-A9AF41F98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937" y="1113764"/>
            <a:ext cx="4581134" cy="4624327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hr-HR" sz="1900" b="1" dirty="0"/>
              <a:t>Dvoranko</a:t>
            </a:r>
            <a:r>
              <a:rPr lang="hr-HR" sz="1900" dirty="0"/>
              <a:t> je web-aplikacija za jednostavno i centralizirano pretraživanje i rezervaciju dvorana u Zagrebu. Nastala je kao rješenje problema sporog i neorganiziranog pronalaska prostora putem različitih kanala. Aplikacija povezuje korisnike, vlasnike dvorana i administratore u jedinstven sustav. Korisnici mogu brzo pronaći i rezervirati prostor, vlasnici učinkovito upravljati ponudom i terminima, a administratori osiguravaju sigurnost i pouzdanost sustava. Sustav je </a:t>
            </a:r>
            <a:r>
              <a:rPr lang="hr-HR" sz="1900" dirty="0" err="1"/>
              <a:t>responzivan</a:t>
            </a:r>
            <a:r>
              <a:rPr lang="hr-HR" sz="1900" dirty="0"/>
              <a:t>, koristi OAuth2 autentifikaciju i omogućuje brz i pregledan proces rezervacije.</a:t>
            </a:r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CC5436AD-5936-9CB6-79D3-ADD1D0C87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18725" y="6423914"/>
            <a:ext cx="789382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AA41844-C0CA-4144-9D6C-D993F0C0FAB4}" type="slidenum">
              <a:rPr lang="hr-HR" smtClean="0"/>
              <a:pPr>
                <a:spcAft>
                  <a:spcPts val="600"/>
                </a:spcAft>
              </a:pPr>
              <a:t>4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161100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8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0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457200"/>
            <a:ext cx="277749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0" name="Rectangle 12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2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1" name="Rectangle 14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597643"/>
            <a:ext cx="277749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DA0B7E-6D2D-545E-3942-807E5763C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361" y="1037967"/>
            <a:ext cx="2290568" cy="4709131"/>
          </a:xfrm>
        </p:spPr>
        <p:txBody>
          <a:bodyPr anchor="ctr">
            <a:normAutofit/>
          </a:bodyPr>
          <a:lstStyle/>
          <a:p>
            <a:r>
              <a:rPr lang="hr-HR" noProof="0">
                <a:solidFill>
                  <a:srgbClr val="FFFEFF"/>
                </a:solidFill>
              </a:rPr>
              <a:t>Ciljevi projekta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DC0A7-2EBE-B97D-F71C-97BD62047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1201" y="1037968"/>
            <a:ext cx="5044424" cy="4820832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hr-HR" altLang="sr-Latn-RS" sz="2200"/>
              <a:t>Omogućiti jednostavno pretraživanje i rezervaciju prostora</a:t>
            </a:r>
          </a:p>
          <a:p>
            <a:pPr lvl="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hr-HR" altLang="sr-Latn-RS" sz="2200"/>
              <a:t>Omogućiti vlasnicima objavu svojih prostora</a:t>
            </a:r>
          </a:p>
          <a:p>
            <a:pPr lvl="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hr-HR" altLang="sr-Latn-RS" sz="2200"/>
              <a:t>Napraviti jednostavno i pristupačno korisničko sučelje</a:t>
            </a:r>
          </a:p>
          <a:p>
            <a:pPr lvl="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hr-HR" altLang="sr-Latn-RS" sz="2200"/>
              <a:t>Stvoriti centralizirano mjesto za objavu dvorana </a:t>
            </a:r>
          </a:p>
          <a:p>
            <a:pPr lvl="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hr-HR" altLang="sr-Latn-RS" sz="2200"/>
              <a:t>Omogućiti oglašavanje javnih događanja</a:t>
            </a:r>
          </a:p>
          <a:p>
            <a:pPr lvl="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hr-HR" altLang="sr-Latn-RS" sz="2200"/>
              <a:t>Digitalizirati i modernizirati proces rezervacije prostora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E24A85-3B76-EBCB-772E-CD8CF3165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18725" y="6423914"/>
            <a:ext cx="789382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AA41844-C0CA-4144-9D6C-D993F0C0FAB4}" type="slidenum">
              <a:rPr lang="hr-HR" smtClean="0"/>
              <a:pPr>
                <a:spcAft>
                  <a:spcPts val="600"/>
                </a:spcAft>
              </a:pPr>
              <a:t>5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839409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D1F1056-9A78-4FBC-9404-54512B6B58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4" y="702156"/>
            <a:ext cx="8009731" cy="1188720"/>
          </a:xfrm>
        </p:spPr>
        <p:txBody>
          <a:bodyPr>
            <a:normAutofit/>
          </a:bodyPr>
          <a:lstStyle/>
          <a:p>
            <a:r>
              <a:rPr lang="hr-HR" sz="3100" noProof="0" dirty="0">
                <a:solidFill>
                  <a:schemeClr val="accent1"/>
                </a:solidFill>
              </a:rPr>
              <a:t>Pregled zahtjeva (funkcionalni)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59E4B7-86DE-4B00-A707-DD85CE5DB3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899" y="457201"/>
            <a:ext cx="8474200" cy="9144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899" y="1890876"/>
            <a:ext cx="8474199" cy="45330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hr-HR" sz="1800" b="1" dirty="0"/>
              <a:t>F-01 - </a:t>
            </a:r>
            <a:r>
              <a:rPr lang="hr-HR" sz="1800" dirty="0"/>
              <a:t>Sustav omogućuje korisnicima prijavu putem Google računa koristeći OAuth2 autentifikaciju.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hr-HR" sz="1800" b="1" dirty="0"/>
              <a:t>F-02 - </a:t>
            </a:r>
            <a:r>
              <a:rPr lang="hr-HR" sz="1800" dirty="0"/>
              <a:t>Sustav podržava tri korisničke uloge: obični korisnik, vlasnik dvorane i administrator.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hr-HR" sz="1800" b="1" noProof="0" dirty="0"/>
              <a:t>F-07</a:t>
            </a:r>
            <a:r>
              <a:rPr lang="hr-HR" sz="1800" noProof="0" dirty="0"/>
              <a:t> - </a:t>
            </a:r>
            <a:r>
              <a:rPr lang="hr-HR" sz="1800" b="0" i="0" dirty="0">
                <a:effectLst/>
                <a:latin typeface="-apple-system"/>
              </a:rPr>
              <a:t>Sustav omogućuje prijavljenim korisnicima rezervaciju slobodnih termina određene dvorane.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hr-HR" sz="1800" b="1" dirty="0"/>
              <a:t>F-10</a:t>
            </a:r>
            <a:r>
              <a:rPr lang="hr-HR" sz="1800" dirty="0">
                <a:latin typeface="-apple-system"/>
              </a:rPr>
              <a:t> - Korisnik može zatražiti promjenu uloge u vlasnika dvorane (iznajmljivača).</a:t>
            </a:r>
            <a:endParaRPr lang="hr-HR" sz="1800" b="0" i="0" dirty="0">
              <a:effectLst/>
              <a:latin typeface="-apple-system"/>
            </a:endParaRP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hr-HR" sz="1800" b="1" noProof="0" dirty="0"/>
              <a:t>F</a:t>
            </a:r>
            <a:r>
              <a:rPr lang="hr-HR" sz="1800" b="1" dirty="0"/>
              <a:t>-11</a:t>
            </a:r>
            <a:r>
              <a:rPr lang="hr-HR" sz="1800" dirty="0"/>
              <a:t> </a:t>
            </a:r>
            <a:r>
              <a:rPr lang="hr-HR" sz="1800" dirty="0">
                <a:latin typeface="-apple-system"/>
              </a:rPr>
              <a:t>- Vlasnik dvorane može oglasiti svoju dvoranu putem aplikacije.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hr-HR" sz="1800" b="1" dirty="0"/>
              <a:t>F-15</a:t>
            </a:r>
            <a:r>
              <a:rPr lang="hr-HR" sz="1800" dirty="0"/>
              <a:t> </a:t>
            </a:r>
            <a:r>
              <a:rPr lang="hr-HR" sz="1800" dirty="0">
                <a:latin typeface="-apple-system"/>
              </a:rPr>
              <a:t>- Administrator može odobriti ili odbiti zahtjeve korisnika za promjenu uloge u vlasnika dvorane.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hr-HR" sz="1800" b="1" noProof="0" dirty="0"/>
              <a:t>F-20</a:t>
            </a:r>
            <a:r>
              <a:rPr lang="hr-HR" sz="1800" noProof="0" dirty="0"/>
              <a:t> - Sustav omogućuje administratoru pregled svih korisnika, dvorana i rezervacija te njihovo uređivanje ili brisanje.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918725" y="6423914"/>
            <a:ext cx="789382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AA41844-C0CA-4144-9D6C-D993F0C0FAB4}" type="slidenum">
              <a:rPr lang="hr-HR" smtClean="0"/>
              <a:pPr>
                <a:spcAft>
                  <a:spcPts val="600"/>
                </a:spcAft>
              </a:pPr>
              <a:t>6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161375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D1F1056-9A78-4FBC-9404-54512B6B58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2534E935-911A-65BC-1D9E-92F6AA8F9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894" y="702156"/>
            <a:ext cx="8009731" cy="1188720"/>
          </a:xfrm>
        </p:spPr>
        <p:txBody>
          <a:bodyPr>
            <a:normAutofit/>
          </a:bodyPr>
          <a:lstStyle/>
          <a:p>
            <a:r>
              <a:rPr lang="hr-HR" sz="3100" dirty="0">
                <a:solidFill>
                  <a:schemeClr val="accent1"/>
                </a:solidFill>
              </a:rPr>
              <a:t>Pregled zahtjeva (nefunkcionalni)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59E4B7-86DE-4B00-A707-DD85CE5DB3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899" y="457201"/>
            <a:ext cx="8474200" cy="9144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D09BA9B8-2F47-0FBF-D15B-C2514DE42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899" y="1890877"/>
            <a:ext cx="8474200" cy="4084474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hr-HR" sz="1800" b="1" dirty="0"/>
              <a:t>NF-1.1</a:t>
            </a:r>
            <a:r>
              <a:rPr lang="hr-HR" sz="1800" dirty="0"/>
              <a:t> - Web-aplikacija mora u potpunosti učitati sve elemente glavnih stranica unutar 2-3 sekunde (Home </a:t>
            </a:r>
            <a:r>
              <a:rPr lang="hr-HR" sz="1800" dirty="0" err="1"/>
              <a:t>page</a:t>
            </a:r>
            <a:r>
              <a:rPr lang="hr-HR" sz="1800" dirty="0"/>
              <a:t>, login </a:t>
            </a:r>
            <a:r>
              <a:rPr lang="hr-HR" sz="1800" dirty="0" err="1"/>
              <a:t>page</a:t>
            </a:r>
            <a:r>
              <a:rPr lang="hr-HR" sz="1800" dirty="0"/>
              <a:t>).	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hr-HR" sz="1800" b="1" dirty="0"/>
              <a:t>NF-2.2</a:t>
            </a:r>
            <a:r>
              <a:rPr lang="hr-HR" sz="1800" dirty="0"/>
              <a:t> - Sustav mora osigurati da podatci o prijavama ne budu izgubljeni ili oštećeni (sve uspješno obavljene rezervacije moraju biti trajno spremljene u bazi podataka)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hr-HR" sz="1800" b="1" dirty="0"/>
              <a:t>NF-4.1</a:t>
            </a:r>
            <a:r>
              <a:rPr lang="hr-HR" sz="1800" dirty="0"/>
              <a:t> - Aplikacija mora raditi ispravno na najnovijim verzijama svih glavnih preglednika (Chrome, Firefox, Safari, </a:t>
            </a:r>
            <a:r>
              <a:rPr lang="hr-HR" sz="1800" dirty="0" err="1"/>
              <a:t>Edge</a:t>
            </a:r>
            <a:r>
              <a:rPr lang="hr-HR" sz="1800" dirty="0"/>
              <a:t>).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hr-HR" sz="1800" b="1" dirty="0"/>
              <a:t>NF-4.2</a:t>
            </a:r>
            <a:r>
              <a:rPr lang="hr-HR" sz="1800" dirty="0"/>
              <a:t> - Sučelje aplikacije treba biti </a:t>
            </a:r>
            <a:r>
              <a:rPr lang="hr-HR" sz="1800" dirty="0" err="1"/>
              <a:t>responzivnog</a:t>
            </a:r>
            <a:r>
              <a:rPr lang="hr-HR" sz="1800" dirty="0"/>
              <a:t> dizajna te podržavati rad na mobilnim uređajima unutar web preglednika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hr-HR" sz="1800" b="1" dirty="0"/>
              <a:t>NF-5.1</a:t>
            </a:r>
            <a:r>
              <a:rPr lang="hr-HR" sz="1800" dirty="0"/>
              <a:t> - Sustav koristi OAuth2 za prijavu i upravljanje sesijama kako bi osigurao siguran pristup korisničkim podatcima.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hr-HR" sz="1800" b="1" dirty="0"/>
              <a:t>NF-5.2</a:t>
            </a:r>
            <a:r>
              <a:rPr lang="hr-HR" sz="1800" dirty="0"/>
              <a:t> - Osobni podaci korisnika (e-mail, lozinke, povijest rezervacija,...) moraju biti pohranjeni u skladu s važećim propisima (GDPR).</a:t>
            </a:r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DA0B101B-F9F9-F944-E9C9-B183ADACA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18725" y="6423914"/>
            <a:ext cx="789382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AA41844-C0CA-4144-9D6C-D993F0C0FAB4}" type="slidenum">
              <a:rPr lang="hr-HR" smtClean="0"/>
              <a:pPr>
                <a:spcAft>
                  <a:spcPts val="600"/>
                </a:spcAft>
              </a:pPr>
              <a:t>7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622815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10">
            <a:extLst>
              <a:ext uri="{FF2B5EF4-FFF2-40B4-BE49-F238E27FC236}">
                <a16:creationId xmlns:a16="http://schemas.microsoft.com/office/drawing/2014/main" id="{DD651B61-325E-4E73-8445-38B0DE8AAA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457200"/>
            <a:ext cx="277749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8" name="Rectangle 12">
            <a:extLst>
              <a:ext uri="{FF2B5EF4-FFF2-40B4-BE49-F238E27FC236}">
                <a16:creationId xmlns:a16="http://schemas.microsoft.com/office/drawing/2014/main" id="{B42E5253-D3AC-4AC2-B766-8B34F13C2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9" name="Rectangle 14">
            <a:extLst>
              <a:ext uri="{FF2B5EF4-FFF2-40B4-BE49-F238E27FC236}">
                <a16:creationId xmlns:a16="http://schemas.microsoft.com/office/drawing/2014/main" id="{10AE8D57-436A-4073-9A75-15BB5949F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2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0" name="Rectangle 16">
            <a:extLst>
              <a:ext uri="{FF2B5EF4-FFF2-40B4-BE49-F238E27FC236}">
                <a16:creationId xmlns:a16="http://schemas.microsoft.com/office/drawing/2014/main" id="{E2852671-8EB6-4EAF-8AF8-65CF3FD66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3085764"/>
            <a:ext cx="8474199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 useBgFill="1">
        <p:nvSpPr>
          <p:cNvPr id="31" name="Rectangle 18">
            <a:extLst>
              <a:ext uri="{FF2B5EF4-FFF2-40B4-BE49-F238E27FC236}">
                <a16:creationId xmlns:a16="http://schemas.microsoft.com/office/drawing/2014/main" id="{7C427EA3-1645-4B27-A5C2-55E8E24C6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20">
            <a:extLst>
              <a:ext uri="{FF2B5EF4-FFF2-40B4-BE49-F238E27FC236}">
                <a16:creationId xmlns:a16="http://schemas.microsoft.com/office/drawing/2014/main" id="{885CDBF6-7B87-4A58-92CA-E887CA36AF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457200"/>
            <a:ext cx="277749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BFF2B2E-1CF1-403F-BB44-3F9C3E7F6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2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D8B4D3C-0DE0-43B9-B032-32B536B96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07788D3-E467-4E25-A5E9-FD41795BD5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601200"/>
            <a:ext cx="2777490" cy="578936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9B194B-73FA-DAD6-728F-E14212BE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2206" y="1419225"/>
            <a:ext cx="2311182" cy="208586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457200">
              <a:lnSpc>
                <a:spcPct val="90000"/>
              </a:lnSpc>
            </a:pPr>
            <a:r>
              <a:rPr lang="en-US" sz="3300" noProof="0">
                <a:solidFill>
                  <a:srgbClr val="FFFFFF"/>
                </a:solidFill>
              </a:rPr>
              <a:t>UML dijagram obrazaca uporabe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90CEC8-0F4C-E99E-FC93-F08F526E7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18725" y="6400800"/>
            <a:ext cx="76233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FAA41844-C0CA-4144-9D6C-D993F0C0FAB4}" type="slidenum">
              <a:rPr lang="en-US" sz="900">
                <a:solidFill>
                  <a:schemeClr val="tx1">
                    <a:lumMod val="85000"/>
                    <a:lumOff val="15000"/>
                  </a:schemeClr>
                </a:solidFill>
              </a:rPr>
              <a:pPr>
                <a:spcAft>
                  <a:spcPts val="600"/>
                </a:spcAft>
              </a:pPr>
              <a:t>8</a:t>
            </a:fld>
            <a:endParaRPr lang="en-US" sz="9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87C5388-2F02-8BD4-A387-0AE4753F35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902" y="728662"/>
            <a:ext cx="5800976" cy="5400675"/>
          </a:xfrm>
        </p:spPr>
      </p:pic>
    </p:spTree>
    <p:extLst>
      <p:ext uri="{BB962C8B-B14F-4D97-AF65-F5344CB8AC3E}">
        <p14:creationId xmlns:p14="http://schemas.microsoft.com/office/powerpoint/2010/main" val="4261244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910015B9-6046-41B8-83BD-71778D2F9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457200"/>
            <a:ext cx="277749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3908232-52E2-4794-A6C1-54300FB989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2B9299F-BED7-44C5-9CC5-E542F9193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2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9DDF273-E040-4765-AD05-872458E137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3085764"/>
            <a:ext cx="8474199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75485B9-8EE1-447A-9C08-F7D6B532A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999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963707F-B98C-4143-AFCF-D6B56C975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5544" y="457200"/>
            <a:ext cx="3758184" cy="9144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8D2DFBB-460D-4ECB-BD76-509C99DAD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6687" y="601197"/>
            <a:ext cx="3757041" cy="578936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7844" y="1419225"/>
            <a:ext cx="3240170" cy="239511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457200"/>
            <a:r>
              <a:rPr lang="en-US" sz="3500" noProof="0">
                <a:solidFill>
                  <a:srgbClr val="FFFFFF"/>
                </a:solidFill>
              </a:rPr>
              <a:t>Arhitektura sustava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7844" y="3824577"/>
            <a:ext cx="3240171" cy="161419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defTabSz="457200"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sz="1600" cap="all" noProof="0">
                <a:solidFill>
                  <a:srgbClr val="FFFFFF">
                    <a:alpha val="75000"/>
                  </a:srgbClr>
                </a:solidFill>
              </a:rPr>
              <a:t>Na visokoj razini apstrakcije</a:t>
            </a:r>
          </a:p>
        </p:txBody>
      </p:sp>
      <p:pic>
        <p:nvPicPr>
          <p:cNvPr id="7" name="Slika 6">
            <a:extLst>
              <a:ext uri="{FF2B5EF4-FFF2-40B4-BE49-F238E27FC236}">
                <a16:creationId xmlns:a16="http://schemas.microsoft.com/office/drawing/2014/main" id="{1142FBBF-0D1E-C67E-1C5C-FA3ACC6B4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6886" y="659600"/>
            <a:ext cx="4282546" cy="2623059"/>
          </a:xfrm>
          <a:prstGeom prst="rect">
            <a:avLst/>
          </a:prstGeom>
        </p:spPr>
      </p:pic>
      <p:pic>
        <p:nvPicPr>
          <p:cNvPr id="8" name="Slika 7">
            <a:extLst>
              <a:ext uri="{FF2B5EF4-FFF2-40B4-BE49-F238E27FC236}">
                <a16:creationId xmlns:a16="http://schemas.microsoft.com/office/drawing/2014/main" id="{70065E46-850D-2379-3980-628828F326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4270" y="3640668"/>
            <a:ext cx="4029154" cy="2749898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918725" y="6423914"/>
            <a:ext cx="78938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FAA41844-C0CA-4144-9D6C-D993F0C0FAB4}" type="slidenum">
              <a:rPr lang="en-US" sz="900">
                <a:solidFill>
                  <a:schemeClr val="bg1">
                    <a:lumMod val="75000"/>
                    <a:lumOff val="25000"/>
                  </a:schemeClr>
                </a:solidFill>
              </a:rPr>
              <a:pPr>
                <a:spcAft>
                  <a:spcPts val="600"/>
                </a:spcAft>
              </a:pPr>
              <a:t>9</a:t>
            </a:fld>
            <a:endParaRPr lang="en-US" sz="900">
              <a:solidFill>
                <a:schemeClr val="bg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73544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6B47BF-F3D0-4678-9B20-DA45E1BCA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443278-3D25-FEF7-4D6D-B4CA3FBE5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894" y="1124999"/>
            <a:ext cx="3057111" cy="4608003"/>
          </a:xfrm>
        </p:spPr>
        <p:txBody>
          <a:bodyPr anchor="ctr">
            <a:normAutofit/>
          </a:bodyPr>
          <a:lstStyle/>
          <a:p>
            <a:r>
              <a:rPr lang="hr-HR" sz="3500" noProof="0">
                <a:solidFill>
                  <a:schemeClr val="accent1"/>
                </a:solidFill>
              </a:rPr>
              <a:t>Ispitivanje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334917-3673-4EF2-BA7C-CC83AEEEA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1754" y="457200"/>
            <a:ext cx="315468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589AE1-C0FC-4B66-9C0D-9EB92F40F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8188" y="457200"/>
            <a:ext cx="493776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03D6B-82AC-E000-ED08-E246EC190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8188" y="1577500"/>
            <a:ext cx="4607436" cy="370300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hr-HR" sz="1700" dirty="0"/>
              <a:t>Ispitivanje komponenti i ispitivanje sustava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r-HR" sz="1700" noProof="0" dirty="0" err="1"/>
              <a:t>Selenium</a:t>
            </a:r>
            <a:r>
              <a:rPr lang="hr-HR" sz="1700" noProof="0" dirty="0"/>
              <a:t> -&gt; </a:t>
            </a:r>
            <a:r>
              <a:rPr lang="hr-HR" sz="1700" noProof="0" dirty="0" err="1"/>
              <a:t>WebDriver</a:t>
            </a:r>
            <a:r>
              <a:rPr lang="hr-HR" sz="1700" noProof="0" dirty="0"/>
              <a:t> driver = </a:t>
            </a:r>
            <a:r>
              <a:rPr lang="hr-HR" sz="1700" noProof="0" dirty="0" err="1"/>
              <a:t>new.ChromeDriver</a:t>
            </a:r>
            <a:r>
              <a:rPr lang="hr-HR" sz="1700" noProof="0" dirty="0"/>
              <a:t>()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r-HR" sz="1700" dirty="0"/>
              <a:t>Ispitano stvaranje rezervacija, uređivanje podataka o dvoranama, funkcionalnosti </a:t>
            </a:r>
            <a:r>
              <a:rPr lang="hr-HR" sz="1700" dirty="0" err="1"/>
              <a:t>admina</a:t>
            </a:r>
            <a:r>
              <a:rPr lang="hr-HR" sz="1700" dirty="0"/>
              <a:t>, …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r-HR" sz="1700" dirty="0"/>
              <a:t>Testiranje komponenti: kreiranje objekta </a:t>
            </a:r>
            <a:r>
              <a:rPr lang="hr-HR" sz="1700" dirty="0" err="1"/>
              <a:t>User</a:t>
            </a:r>
            <a:r>
              <a:rPr lang="hr-HR" sz="1700" dirty="0"/>
              <a:t>, </a:t>
            </a:r>
            <a:r>
              <a:rPr lang="hr-HR" sz="1700" dirty="0" err="1"/>
              <a:t>enum</a:t>
            </a:r>
            <a:r>
              <a:rPr lang="hr-HR" sz="1700" dirty="0"/>
              <a:t> klase, pretraživanje dvorana, …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r-HR" sz="1700" dirty="0"/>
              <a:t>Ispitivanje sustava: uređivanje podataka dvorane, rezervacija termina, …</a:t>
            </a:r>
          </a:p>
          <a:p>
            <a:endParaRPr lang="hr-HR" sz="1700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02A5A4-7F29-94F6-4C85-99B20512A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18725" y="6423914"/>
            <a:ext cx="789382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AA41844-C0CA-4144-9D6C-D993F0C0FAB4}" type="slidenum">
              <a:rPr lang="hr-HR" smtClean="0"/>
              <a:pPr>
                <a:spcAft>
                  <a:spcPts val="600"/>
                </a:spcAft>
              </a:pPr>
              <a:t>10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3217372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373F125-DEF3-41D6-9918-AB21A2ACC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E9F226-EB6E-48C9-ADDA-636DE4BF4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45007" y="485678"/>
            <a:ext cx="3131058" cy="5888772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72320" y="1113764"/>
            <a:ext cx="2452312" cy="4624327"/>
          </a:xfrm>
        </p:spPr>
        <p:txBody>
          <a:bodyPr anchor="ctr">
            <a:normAutofit/>
          </a:bodyPr>
          <a:lstStyle/>
          <a:p>
            <a:r>
              <a:rPr lang="hr-HR" noProof="0">
                <a:solidFill>
                  <a:srgbClr val="FFFFFF"/>
                </a:solidFill>
              </a:rPr>
              <a:t>Korišteni alati i tehnologije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935" y="485678"/>
            <a:ext cx="5252952" cy="5888772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hr-HR" sz="1600" b="1" noProof="0" dirty="0"/>
              <a:t>Popis programskih jezika 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hr-HR" sz="1600" noProof="0" dirty="0"/>
              <a:t>Java 21 (LTS) – </a:t>
            </a:r>
            <a:r>
              <a:rPr lang="hr-HR" sz="1600" noProof="0" dirty="0" err="1"/>
              <a:t>backend</a:t>
            </a:r>
            <a:r>
              <a:rPr lang="hr-HR" sz="1600" noProof="0" dirty="0"/>
              <a:t> aplikacije (</a:t>
            </a:r>
            <a:r>
              <a:rPr lang="hr-HR" sz="1600" noProof="0" dirty="0" err="1"/>
              <a:t>Spring</a:t>
            </a:r>
            <a:r>
              <a:rPr lang="hr-HR" sz="1600" noProof="0" dirty="0"/>
              <a:t> </a:t>
            </a:r>
            <a:r>
              <a:rPr lang="hr-HR" sz="1600" noProof="0" dirty="0" err="1"/>
              <a:t>Boot</a:t>
            </a:r>
            <a:r>
              <a:rPr lang="hr-HR" sz="1600" noProof="0" dirty="0"/>
              <a:t>)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hr-HR" sz="1600" noProof="0" dirty="0"/>
              <a:t>JavaScript (ES2023) – </a:t>
            </a:r>
            <a:r>
              <a:rPr lang="hr-HR" sz="1600" noProof="0" dirty="0" err="1"/>
              <a:t>frontend</a:t>
            </a:r>
            <a:r>
              <a:rPr lang="hr-HR" sz="1600" noProof="0" dirty="0"/>
              <a:t> logika i interakcije (</a:t>
            </a:r>
            <a:r>
              <a:rPr lang="hr-HR" sz="1600" noProof="0" dirty="0" err="1"/>
              <a:t>React</a:t>
            </a:r>
            <a:r>
              <a:rPr lang="hr-HR" sz="1600" noProof="0" dirty="0"/>
              <a:t>)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hr-HR" sz="1600" noProof="0" dirty="0"/>
              <a:t>HTML5 – struktura korisničkog sučelja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hr-HR" sz="1600" noProof="0" dirty="0"/>
              <a:t>CSS3 – stilizacija korisničkog sučelja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hr-HR" sz="1600" noProof="0" dirty="0" err="1"/>
              <a:t>Tailwind</a:t>
            </a:r>
            <a:r>
              <a:rPr lang="hr-HR" sz="1600" noProof="0" dirty="0"/>
              <a:t> CSS – </a:t>
            </a:r>
            <a:r>
              <a:rPr lang="hr-HR" sz="1600" noProof="0" dirty="0" err="1"/>
              <a:t>utility-first</a:t>
            </a:r>
            <a:r>
              <a:rPr lang="hr-HR" sz="1600" noProof="0" dirty="0"/>
              <a:t> stiliziranje sučelja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hr-HR" sz="1600" b="1" noProof="0" dirty="0"/>
              <a:t>Popis radnih okvira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hr-HR" sz="1600" noProof="0" dirty="0" err="1"/>
              <a:t>Frontend</a:t>
            </a:r>
            <a:r>
              <a:rPr lang="hr-HR" sz="1600" noProof="0" dirty="0"/>
              <a:t>: </a:t>
            </a:r>
            <a:r>
              <a:rPr lang="hr-HR" sz="1600" noProof="0" dirty="0" err="1"/>
              <a:t>React</a:t>
            </a:r>
            <a:r>
              <a:rPr lang="hr-HR" sz="1600" noProof="0" dirty="0"/>
              <a:t> 19.1.1 , Vite 7.1.7 , </a:t>
            </a:r>
            <a:r>
              <a:rPr lang="hr-HR" sz="1600" noProof="0" dirty="0" err="1"/>
              <a:t>Figma</a:t>
            </a:r>
            <a:endParaRPr lang="hr-HR" sz="1600" noProof="0" dirty="0"/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hr-HR" sz="1600" noProof="0" dirty="0" err="1"/>
              <a:t>Backend</a:t>
            </a:r>
            <a:r>
              <a:rPr lang="hr-HR" sz="1600" noProof="0" dirty="0"/>
              <a:t>: Java 21, </a:t>
            </a:r>
            <a:r>
              <a:rPr lang="hr-HR" sz="1600" noProof="0" dirty="0" err="1"/>
              <a:t>Spring</a:t>
            </a:r>
            <a:r>
              <a:rPr lang="hr-HR" sz="1600" noProof="0" dirty="0"/>
              <a:t> </a:t>
            </a:r>
            <a:r>
              <a:rPr lang="hr-HR" sz="1600" noProof="0" dirty="0" err="1"/>
              <a:t>Boot</a:t>
            </a:r>
            <a:r>
              <a:rPr lang="hr-HR" sz="1600" noProof="0" dirty="0"/>
              <a:t> 3.5.6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hr-HR" sz="1600" noProof="0" dirty="0" err="1"/>
              <a:t>Deployment</a:t>
            </a:r>
            <a:r>
              <a:rPr lang="hr-HR" sz="1600" noProof="0" dirty="0"/>
              <a:t>: </a:t>
            </a:r>
            <a:r>
              <a:rPr lang="hr-HR" sz="1600" noProof="0" dirty="0" err="1"/>
              <a:t>Render</a:t>
            </a:r>
            <a:endParaRPr lang="hr-HR" sz="1600" noProof="0" dirty="0"/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hr-HR" sz="1600" noProof="0" dirty="0"/>
              <a:t>Dokumentacija: </a:t>
            </a:r>
            <a:r>
              <a:rPr lang="hr-HR" sz="1600" noProof="0" dirty="0" err="1"/>
              <a:t>Astah</a:t>
            </a:r>
            <a:endParaRPr lang="hr-HR" sz="1600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918725" y="6423914"/>
            <a:ext cx="789382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AA41844-C0CA-4144-9D6C-D993F0C0FAB4}" type="slidenum">
              <a:rPr lang="hr-HR" smtClean="0"/>
              <a:pPr>
                <a:spcAft>
                  <a:spcPts val="600"/>
                </a:spcAft>
              </a:pPr>
              <a:t>11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389772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0401440-1DC9-4C9E-A3BA-4DECEEB465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6E588225-B0E8-0218-0846-744CD3D365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425" y="477073"/>
            <a:ext cx="8476488" cy="339059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6B822CC-7DA9-4417-AA94-64CEB676F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5425" y="4219240"/>
            <a:ext cx="8476488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A01E88-71CC-4FF3-9E81-51E0C32B45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5425" y="4359623"/>
            <a:ext cx="8477720" cy="2051143"/>
          </a:xfrm>
          <a:prstGeom prst="rect">
            <a:avLst/>
          </a:prstGeom>
          <a:solidFill>
            <a:srgbClr val="465359"/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0855" y="4581687"/>
            <a:ext cx="1862797" cy="1607013"/>
          </a:xfrm>
        </p:spPr>
        <p:txBody>
          <a:bodyPr anchor="ctr">
            <a:normAutofit/>
          </a:bodyPr>
          <a:lstStyle/>
          <a:p>
            <a:r>
              <a:rPr lang="hr-HR" sz="2000" noProof="0" dirty="0">
                <a:solidFill>
                  <a:srgbClr val="FFFFFF"/>
                </a:solidFill>
              </a:rPr>
              <a:t>Organizacija rada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8400" y="4448175"/>
            <a:ext cx="6285321" cy="193275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hr-HR" sz="1400" noProof="0" dirty="0">
                <a:solidFill>
                  <a:srgbClr val="FFFFFF"/>
                </a:solidFill>
              </a:rPr>
              <a:t>Životni ciklus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hr-HR" sz="1400" dirty="0">
                <a:solidFill>
                  <a:srgbClr val="FFFFFF"/>
                </a:solidFill>
              </a:rPr>
              <a:t>Unificirani proces (prikaz </a:t>
            </a:r>
            <a:r>
              <a:rPr lang="hr-HR" sz="1400" dirty="0" err="1">
                <a:solidFill>
                  <a:srgbClr val="FFFFFF"/>
                </a:solidFill>
              </a:rPr>
              <a:t>Gantt</a:t>
            </a:r>
            <a:r>
              <a:rPr lang="hr-HR" sz="1400" dirty="0">
                <a:solidFill>
                  <a:srgbClr val="FFFFFF"/>
                </a:solidFill>
              </a:rPr>
              <a:t>)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hr-HR" sz="1400" noProof="0" dirty="0">
                <a:solidFill>
                  <a:srgbClr val="FFFFFF"/>
                </a:solidFill>
              </a:rPr>
              <a:t>Povratak u „raniju fazu” tijekom izgradnje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hr-HR" sz="1400" noProof="0" dirty="0">
                <a:solidFill>
                  <a:srgbClr val="FFFFFF"/>
                </a:solidFill>
              </a:rPr>
              <a:t>Organizacijski zadatci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hr-HR" sz="1400" noProof="0" dirty="0">
                <a:solidFill>
                  <a:srgbClr val="FFFFFF"/>
                </a:solidFill>
              </a:rPr>
              <a:t>Komunikacija – </a:t>
            </a:r>
            <a:r>
              <a:rPr lang="hr-HR" sz="1400" noProof="0" dirty="0" err="1">
                <a:solidFill>
                  <a:srgbClr val="FFFFFF"/>
                </a:solidFill>
              </a:rPr>
              <a:t>Discord</a:t>
            </a:r>
            <a:r>
              <a:rPr lang="hr-HR" sz="1400" noProof="0" dirty="0">
                <a:solidFill>
                  <a:srgbClr val="FFFFFF"/>
                </a:solidFill>
              </a:rPr>
              <a:t>, WhatsApp, </a:t>
            </a:r>
            <a:r>
              <a:rPr lang="hr-HR" sz="1400" noProof="0" dirty="0" err="1">
                <a:solidFill>
                  <a:srgbClr val="FFFFFF"/>
                </a:solidFill>
              </a:rPr>
              <a:t>GitHub</a:t>
            </a:r>
            <a:endParaRPr lang="hr-HR" sz="1400" noProof="0" dirty="0">
              <a:solidFill>
                <a:srgbClr val="FFFFFF"/>
              </a:solidFill>
            </a:endParaRP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hr-HR" sz="1400" noProof="0" dirty="0" err="1">
                <a:solidFill>
                  <a:srgbClr val="FFFFFF"/>
                </a:solidFill>
              </a:rPr>
              <a:t>GitHub</a:t>
            </a:r>
            <a:r>
              <a:rPr lang="hr-HR" sz="1400" noProof="0" dirty="0">
                <a:solidFill>
                  <a:srgbClr val="FFFFFF"/>
                </a:solidFill>
              </a:rPr>
              <a:t> – jednostavno spajanje koda, prikladno za paralelni rad na projektu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918725" y="6423914"/>
            <a:ext cx="789382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AA41844-C0CA-4144-9D6C-D993F0C0FAB4}" type="slidenum">
              <a:rPr lang="hr-HR">
                <a:solidFill>
                  <a:schemeClr val="bg1">
                    <a:lumMod val="85000"/>
                    <a:lumOff val="15000"/>
                  </a:schemeClr>
                </a:solidFill>
              </a:rPr>
              <a:pPr>
                <a:spcAft>
                  <a:spcPts val="600"/>
                </a:spcAft>
              </a:pPr>
              <a:t>12</a:t>
            </a:fld>
            <a:endParaRPr lang="hr-HR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52239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6B47BF-F3D0-4678-9B20-DA45E1BCA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4" y="1124999"/>
            <a:ext cx="3057111" cy="4608003"/>
          </a:xfrm>
        </p:spPr>
        <p:txBody>
          <a:bodyPr anchor="ctr">
            <a:normAutofit/>
          </a:bodyPr>
          <a:lstStyle/>
          <a:p>
            <a:r>
              <a:rPr lang="hr-HR" sz="3500" noProof="0">
                <a:solidFill>
                  <a:schemeClr val="accent1"/>
                </a:solidFill>
              </a:rPr>
              <a:t>Zaključak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334917-3673-4EF2-BA7C-CC83AEEEA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1754" y="457200"/>
            <a:ext cx="315468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589AE1-C0FC-4B66-9C0D-9EB92F40F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8188" y="457200"/>
            <a:ext cx="493776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38188" y="2100786"/>
            <a:ext cx="4607436" cy="2656427"/>
          </a:xfrm>
        </p:spPr>
        <p:txBody>
          <a:bodyPr>
            <a:normAutofit/>
          </a:bodyPr>
          <a:lstStyle/>
          <a:p>
            <a:pPr lvl="1"/>
            <a:r>
              <a:rPr lang="hr-HR" sz="1700" noProof="0" dirty="0">
                <a:sym typeface="Wingdings" panose="05000000000000000000" pitchFamily="2" charset="2"/>
              </a:rPr>
              <a:t>Negativno:</a:t>
            </a:r>
          </a:p>
          <a:p>
            <a:pPr lvl="2"/>
            <a:r>
              <a:rPr lang="hr-HR" sz="1300" noProof="0" dirty="0">
                <a:sym typeface="Wingdings" panose="05000000000000000000" pitchFamily="2" charset="2"/>
              </a:rPr>
              <a:t>Nedoumice oko programske implementacije</a:t>
            </a:r>
          </a:p>
          <a:p>
            <a:pPr lvl="2"/>
            <a:r>
              <a:rPr lang="hr-HR" sz="1300" noProof="0" dirty="0">
                <a:sym typeface="Wingdings" panose="05000000000000000000" pitchFamily="2" charset="2"/>
              </a:rPr>
              <a:t>Tehničke poteškoće s programskim bibliotekama</a:t>
            </a:r>
          </a:p>
          <a:p>
            <a:pPr lvl="2"/>
            <a:endParaRPr lang="hr-HR" sz="1300" noProof="0" dirty="0">
              <a:sym typeface="Wingdings" panose="05000000000000000000" pitchFamily="2" charset="2"/>
            </a:endParaRPr>
          </a:p>
          <a:p>
            <a:pPr lvl="1"/>
            <a:r>
              <a:rPr lang="hr-HR" sz="1700" noProof="0" dirty="0">
                <a:sym typeface="Wingdings" panose="05000000000000000000" pitchFamily="2" charset="2"/>
              </a:rPr>
              <a:t>Pozitiv</a:t>
            </a:r>
            <a:r>
              <a:rPr lang="hr-HR" sz="1700" dirty="0">
                <a:sym typeface="Wingdings" panose="05000000000000000000" pitchFamily="2" charset="2"/>
              </a:rPr>
              <a:t>no:</a:t>
            </a:r>
          </a:p>
          <a:p>
            <a:pPr lvl="2"/>
            <a:r>
              <a:rPr lang="hr-HR" sz="1300" noProof="0" dirty="0">
                <a:sym typeface="Wingdings" panose="05000000000000000000" pitchFamily="2" charset="2"/>
              </a:rPr>
              <a:t>Dobra organizacija unutar tima</a:t>
            </a:r>
          </a:p>
          <a:p>
            <a:pPr lvl="2"/>
            <a:r>
              <a:rPr lang="hr-HR" sz="1300" dirty="0">
                <a:sym typeface="Wingdings" panose="05000000000000000000" pitchFamily="2" charset="2"/>
              </a:rPr>
              <a:t>Pravedna i efikasna podjela zadataka</a:t>
            </a:r>
          </a:p>
          <a:p>
            <a:pPr lvl="2"/>
            <a:r>
              <a:rPr lang="hr-HR" sz="1300" noProof="0" dirty="0">
                <a:sym typeface="Wingdings" panose="05000000000000000000" pitchFamily="2" charset="2"/>
              </a:rPr>
              <a:t>Stečena nova znanja – rad na projektu, nove tehnologije,…</a:t>
            </a:r>
          </a:p>
          <a:p>
            <a:endParaRPr lang="hr-HR" sz="1700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918725" y="6423914"/>
            <a:ext cx="789382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AA41844-C0CA-4144-9D6C-D993F0C0FAB4}" type="slidenum">
              <a:rPr lang="hr-HR" smtClean="0"/>
              <a:pPr>
                <a:spcAft>
                  <a:spcPts val="600"/>
                </a:spcAft>
              </a:pPr>
              <a:t>13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82593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PROGI-templat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entury Gothic"/>
        <a:ea typeface=""/>
        <a:cs typeface=""/>
      </a:majorFont>
      <a:minorFont>
        <a:latin typeface="Franklin Gothic Book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OGI-template.potm" id="{58E78474-FDB4-4359-98C4-259EEF8E4D43}" vid="{A98D19B1-8675-4930-BF13-63F2BBFA5E37}"/>
    </a:ext>
  </a:extLst>
</a:theme>
</file>

<file path=ppt/theme/theme2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01_Uvod_19-1</Template>
  <TotalTime>6322</TotalTime>
  <Words>683</Words>
  <Application>Microsoft Office PowerPoint</Application>
  <PresentationFormat>On-screen Show (4:3)</PresentationFormat>
  <Paragraphs>97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8" baseType="lpstr">
      <vt:lpstr>ＭＳ Ｐゴシック</vt:lpstr>
      <vt:lpstr>-apple-system</vt:lpstr>
      <vt:lpstr>Arial</vt:lpstr>
      <vt:lpstr>Calibri</vt:lpstr>
      <vt:lpstr>Century Gothic</vt:lpstr>
      <vt:lpstr>Courier New</vt:lpstr>
      <vt:lpstr>Franklin Gothic Book</vt:lpstr>
      <vt:lpstr>Franklin Gothic Demi</vt:lpstr>
      <vt:lpstr>Franklin Gothic Medium</vt:lpstr>
      <vt:lpstr>Tahoma</vt:lpstr>
      <vt:lpstr>Times New Roman</vt:lpstr>
      <vt:lpstr>Wingdings</vt:lpstr>
      <vt:lpstr>Wingdings 2</vt:lpstr>
      <vt:lpstr>PROGI-template</vt:lpstr>
      <vt:lpstr>DividendVTI</vt:lpstr>
      <vt:lpstr>DVORANKO</vt:lpstr>
      <vt:lpstr>Sadržaj</vt:lpstr>
      <vt:lpstr>Članovi grupe</vt:lpstr>
      <vt:lpstr>Opis zadatka</vt:lpstr>
      <vt:lpstr>Ciljevi projekta</vt:lpstr>
      <vt:lpstr>Pregled zahtjeva (funkcionalni)</vt:lpstr>
      <vt:lpstr>Pregled zahtjeva (nefunkcionalni)</vt:lpstr>
      <vt:lpstr>UML dijagram obrazaca uporabe</vt:lpstr>
      <vt:lpstr>Arhitektura sustava</vt:lpstr>
      <vt:lpstr>Ispitivanje</vt:lpstr>
      <vt:lpstr>Korišteni alati i tehnologije</vt:lpstr>
      <vt:lpstr>Organizacija rada</vt:lpstr>
      <vt:lpstr>Zaključak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&lt;Naziv projekta&gt;</dc:title>
  <dc:creator>nfrid</dc:creator>
  <cp:lastModifiedBy>Ivan Vucak</cp:lastModifiedBy>
  <cp:revision>21</cp:revision>
  <dcterms:created xsi:type="dcterms:W3CDTF">2016-01-18T13:10:52Z</dcterms:created>
  <dcterms:modified xsi:type="dcterms:W3CDTF">2026-01-23T13:53:37Z</dcterms:modified>
</cp:coreProperties>
</file>